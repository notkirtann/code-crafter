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300700" cy="10299700"/>
  <p:notesSz cx="18300700" cy="102997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7999" y="0"/>
                </a:lnTo>
                <a:lnTo>
                  <a:pt x="18287999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2829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6373134" y="2795251"/>
            <a:ext cx="1915160" cy="2939415"/>
          </a:xfrm>
          <a:custGeom>
            <a:avLst/>
            <a:gdLst/>
            <a:ahLst/>
            <a:cxnLst/>
            <a:rect l="l" t="t" r="r" b="b"/>
            <a:pathLst>
              <a:path w="1915159" h="2939415">
                <a:moveTo>
                  <a:pt x="1201425" y="2938873"/>
                </a:moveTo>
                <a:lnTo>
                  <a:pt x="0" y="1738312"/>
                </a:lnTo>
                <a:lnTo>
                  <a:pt x="1739563" y="0"/>
                </a:lnTo>
                <a:lnTo>
                  <a:pt x="1914865" y="175176"/>
                </a:lnTo>
                <a:lnTo>
                  <a:pt x="1914865" y="2225946"/>
                </a:lnTo>
                <a:lnTo>
                  <a:pt x="1201425" y="2938873"/>
                </a:lnTo>
                <a:close/>
              </a:path>
            </a:pathLst>
          </a:custGeom>
          <a:solidFill>
            <a:srgbClr val="484B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2666307" y="0"/>
            <a:ext cx="5622290" cy="4629150"/>
          </a:xfrm>
          <a:custGeom>
            <a:avLst/>
            <a:gdLst/>
            <a:ahLst/>
            <a:cxnLst/>
            <a:rect l="l" t="t" r="r" b="b"/>
            <a:pathLst>
              <a:path w="5622290" h="4629150">
                <a:moveTo>
                  <a:pt x="5541492" y="2890304"/>
                </a:moveTo>
                <a:lnTo>
                  <a:pt x="4910747" y="2257501"/>
                </a:lnTo>
                <a:lnTo>
                  <a:pt x="3171190" y="3995813"/>
                </a:lnTo>
                <a:lnTo>
                  <a:pt x="3801935" y="4628616"/>
                </a:lnTo>
                <a:lnTo>
                  <a:pt x="5541492" y="2890304"/>
                </a:lnTo>
                <a:close/>
              </a:path>
              <a:path w="5622290" h="4629150">
                <a:moveTo>
                  <a:pt x="5621693" y="0"/>
                </a:moveTo>
                <a:lnTo>
                  <a:pt x="0" y="0"/>
                </a:lnTo>
                <a:lnTo>
                  <a:pt x="3075927" y="3075940"/>
                </a:lnTo>
                <a:lnTo>
                  <a:pt x="5621693" y="530174"/>
                </a:lnTo>
                <a:lnTo>
                  <a:pt x="5621693" y="0"/>
                </a:lnTo>
                <a:close/>
              </a:path>
            </a:pathLst>
          </a:custGeom>
          <a:solidFill>
            <a:srgbClr val="6FB0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5062500" y="6675000"/>
            <a:ext cx="3225800" cy="3612515"/>
          </a:xfrm>
          <a:custGeom>
            <a:avLst/>
            <a:gdLst/>
            <a:ahLst/>
            <a:cxnLst/>
            <a:rect l="l" t="t" r="r" b="b"/>
            <a:pathLst>
              <a:path w="3225800" h="3612515">
                <a:moveTo>
                  <a:pt x="3225499" y="3611999"/>
                </a:moveTo>
                <a:lnTo>
                  <a:pt x="386687" y="3611999"/>
                </a:lnTo>
                <a:lnTo>
                  <a:pt x="0" y="3225462"/>
                </a:lnTo>
                <a:lnTo>
                  <a:pt x="3224211" y="0"/>
                </a:lnTo>
                <a:lnTo>
                  <a:pt x="3225499" y="1286"/>
                </a:lnTo>
                <a:lnTo>
                  <a:pt x="3225499" y="3611999"/>
                </a:lnTo>
                <a:close/>
              </a:path>
            </a:pathLst>
          </a:custGeom>
          <a:solidFill>
            <a:srgbClr val="6FB0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5857501" y="815620"/>
            <a:ext cx="2430780" cy="2623185"/>
          </a:xfrm>
          <a:custGeom>
            <a:avLst/>
            <a:gdLst/>
            <a:ahLst/>
            <a:cxnLst/>
            <a:rect l="l" t="t" r="r" b="b"/>
            <a:pathLst>
              <a:path w="2430780" h="2623185">
                <a:moveTo>
                  <a:pt x="194729" y="2622729"/>
                </a:moveTo>
                <a:lnTo>
                  <a:pt x="0" y="2430496"/>
                </a:lnTo>
                <a:lnTo>
                  <a:pt x="2430496" y="0"/>
                </a:lnTo>
                <a:lnTo>
                  <a:pt x="2430496" y="386963"/>
                </a:lnTo>
                <a:lnTo>
                  <a:pt x="194729" y="2622729"/>
                </a:lnTo>
                <a:close/>
              </a:path>
            </a:pathLst>
          </a:custGeom>
          <a:solidFill>
            <a:srgbClr val="6FB0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30193" y="482114"/>
            <a:ext cx="16440312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5105" y="5767832"/>
            <a:ext cx="12810490" cy="2574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5035" y="2368931"/>
            <a:ext cx="7960804" cy="6797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24860" y="2368931"/>
            <a:ext cx="7960804" cy="6797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7999" y="0"/>
                </a:lnTo>
                <a:lnTo>
                  <a:pt x="18287999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2829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26897" y="1483811"/>
            <a:ext cx="12846904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11720" y="4113081"/>
            <a:ext cx="9877259" cy="37820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855001" y="5907499"/>
            <a:ext cx="2433320" cy="3476625"/>
          </a:xfrm>
          <a:custGeom>
            <a:avLst/>
            <a:gdLst/>
            <a:ahLst/>
            <a:cxnLst/>
            <a:rect l="l" t="t" r="r" b="b"/>
            <a:pathLst>
              <a:path w="2433319" h="3476625">
                <a:moveTo>
                  <a:pt x="1738312" y="3476624"/>
                </a:moveTo>
                <a:lnTo>
                  <a:pt x="0" y="1738312"/>
                </a:lnTo>
                <a:lnTo>
                  <a:pt x="1738312" y="0"/>
                </a:lnTo>
                <a:lnTo>
                  <a:pt x="2432998" y="694685"/>
                </a:lnTo>
                <a:lnTo>
                  <a:pt x="2432998" y="2781938"/>
                </a:lnTo>
                <a:lnTo>
                  <a:pt x="1738312" y="3476624"/>
                </a:lnTo>
                <a:close/>
              </a:path>
            </a:pathLst>
          </a:custGeom>
          <a:solidFill>
            <a:srgbClr val="484B6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8132499" y="8057499"/>
            <a:ext cx="3476625" cy="2230120"/>
            <a:chOff x="8132499" y="8057499"/>
            <a:chExt cx="3476625" cy="2230120"/>
          </a:xfrm>
        </p:grpSpPr>
        <p:sp>
          <p:nvSpPr>
            <p:cNvPr id="4" name="object 4"/>
            <p:cNvSpPr/>
            <p:nvPr/>
          </p:nvSpPr>
          <p:spPr>
            <a:xfrm>
              <a:off x="8716814" y="8595250"/>
              <a:ext cx="2892425" cy="1692275"/>
            </a:xfrm>
            <a:custGeom>
              <a:avLst/>
              <a:gdLst/>
              <a:ahLst/>
              <a:cxnLst/>
              <a:rect l="l" t="t" r="r" b="b"/>
              <a:pathLst>
                <a:path w="2892425" h="1692275">
                  <a:moveTo>
                    <a:pt x="2401122" y="1691748"/>
                  </a:moveTo>
                  <a:lnTo>
                    <a:pt x="0" y="1691748"/>
                  </a:lnTo>
                  <a:lnTo>
                    <a:pt x="1691748" y="0"/>
                  </a:lnTo>
                  <a:lnTo>
                    <a:pt x="2892309" y="1200560"/>
                  </a:lnTo>
                  <a:lnTo>
                    <a:pt x="2401122" y="1691748"/>
                  </a:lnTo>
                  <a:close/>
                </a:path>
              </a:pathLst>
            </a:custGeom>
            <a:solidFill>
              <a:srgbClr val="484B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132499" y="8057499"/>
              <a:ext cx="2371725" cy="2230120"/>
            </a:xfrm>
            <a:custGeom>
              <a:avLst/>
              <a:gdLst/>
              <a:ahLst/>
              <a:cxnLst/>
              <a:rect l="l" t="t" r="r" b="b"/>
              <a:pathLst>
                <a:path w="2371725" h="2230120">
                  <a:moveTo>
                    <a:pt x="774403" y="2229500"/>
                  </a:moveTo>
                  <a:lnTo>
                    <a:pt x="490625" y="2229500"/>
                  </a:lnTo>
                  <a:lnTo>
                    <a:pt x="0" y="1740812"/>
                  </a:lnTo>
                  <a:lnTo>
                    <a:pt x="1738312" y="0"/>
                  </a:lnTo>
                  <a:lnTo>
                    <a:pt x="2371108" y="632795"/>
                  </a:lnTo>
                  <a:lnTo>
                    <a:pt x="774403" y="2229500"/>
                  </a:lnTo>
                  <a:close/>
                </a:path>
              </a:pathLst>
            </a:custGeom>
            <a:solidFill>
              <a:srgbClr val="6FB0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11900000" y="6899999"/>
            <a:ext cx="5772150" cy="3387090"/>
          </a:xfrm>
          <a:custGeom>
            <a:avLst/>
            <a:gdLst/>
            <a:ahLst/>
            <a:cxnLst/>
            <a:rect l="l" t="t" r="r" b="b"/>
            <a:pathLst>
              <a:path w="5772150" h="3387090">
                <a:moveTo>
                  <a:pt x="5271438" y="3387000"/>
                </a:moveTo>
                <a:lnTo>
                  <a:pt x="501140" y="3387000"/>
                </a:lnTo>
                <a:lnTo>
                  <a:pt x="0" y="2886076"/>
                </a:lnTo>
                <a:lnTo>
                  <a:pt x="2887321" y="0"/>
                </a:lnTo>
                <a:lnTo>
                  <a:pt x="5772144" y="2886076"/>
                </a:lnTo>
                <a:lnTo>
                  <a:pt x="5271438" y="3387000"/>
                </a:lnTo>
                <a:close/>
              </a:path>
            </a:pathLst>
          </a:custGeom>
          <a:solidFill>
            <a:srgbClr val="6FB0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0" y="0"/>
            <a:ext cx="2344420" cy="2506345"/>
          </a:xfrm>
          <a:custGeom>
            <a:avLst/>
            <a:gdLst/>
            <a:ahLst/>
            <a:cxnLst/>
            <a:rect l="l" t="t" r="r" b="b"/>
            <a:pathLst>
              <a:path w="2344420" h="2506345">
                <a:moveTo>
                  <a:pt x="271009" y="2506009"/>
                </a:moveTo>
                <a:lnTo>
                  <a:pt x="0" y="2234836"/>
                </a:lnTo>
                <a:lnTo>
                  <a:pt x="0" y="0"/>
                </a:lnTo>
                <a:lnTo>
                  <a:pt x="1909362" y="0"/>
                </a:lnTo>
                <a:lnTo>
                  <a:pt x="2343947" y="434322"/>
                </a:lnTo>
                <a:lnTo>
                  <a:pt x="271009" y="2506009"/>
                </a:lnTo>
                <a:close/>
              </a:path>
            </a:pathLst>
          </a:custGeom>
          <a:solidFill>
            <a:srgbClr val="6FB0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85819" y="2935437"/>
            <a:ext cx="7373620" cy="184848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algn="ctr" marL="180340">
              <a:lnSpc>
                <a:spcPts val="7159"/>
              </a:lnSpc>
              <a:spcBef>
                <a:spcPts val="125"/>
              </a:spcBef>
            </a:pPr>
            <a:r>
              <a:rPr dirty="0" sz="6500">
                <a:latin typeface="SimSun"/>
                <a:cs typeface="SimSun"/>
              </a:rPr>
              <a:t>CodeCrafers</a:t>
            </a:r>
            <a:endParaRPr sz="6500">
              <a:latin typeface="SimSun"/>
              <a:cs typeface="SimSun"/>
            </a:endParaRPr>
          </a:p>
          <a:p>
            <a:pPr algn="ctr">
              <a:lnSpc>
                <a:spcPts val="7159"/>
              </a:lnSpc>
            </a:pPr>
            <a:r>
              <a:rPr dirty="0" sz="6500" spc="-1085">
                <a:latin typeface="SimSun"/>
                <a:cs typeface="SimSun"/>
              </a:rPr>
              <a:t>-</a:t>
            </a:r>
            <a:r>
              <a:rPr dirty="0" sz="6500" spc="-1830">
                <a:latin typeface="SimSun"/>
                <a:cs typeface="SimSun"/>
              </a:rPr>
              <a:t> </a:t>
            </a:r>
            <a:r>
              <a:rPr dirty="0" sz="6500" spc="1120">
                <a:latin typeface="SimSun"/>
                <a:cs typeface="SimSun"/>
              </a:rPr>
              <a:t>O</a:t>
            </a:r>
            <a:r>
              <a:rPr dirty="0" sz="6500" spc="520">
                <a:latin typeface="SimSun"/>
                <a:cs typeface="SimSun"/>
              </a:rPr>
              <a:t>n</a:t>
            </a:r>
            <a:r>
              <a:rPr dirty="0" sz="6500" spc="-1385">
                <a:latin typeface="SimSun"/>
                <a:cs typeface="SimSun"/>
              </a:rPr>
              <a:t>l</a:t>
            </a:r>
            <a:r>
              <a:rPr dirty="0" sz="6500" spc="-1425">
                <a:latin typeface="SimSun"/>
                <a:cs typeface="SimSun"/>
              </a:rPr>
              <a:t>i</a:t>
            </a:r>
            <a:r>
              <a:rPr dirty="0" sz="6500" spc="520">
                <a:latin typeface="SimSun"/>
                <a:cs typeface="SimSun"/>
              </a:rPr>
              <a:t>n</a:t>
            </a:r>
            <a:r>
              <a:rPr dirty="0" sz="6500" spc="55">
                <a:latin typeface="SimSun"/>
                <a:cs typeface="SimSun"/>
              </a:rPr>
              <a:t>e</a:t>
            </a:r>
            <a:r>
              <a:rPr dirty="0" sz="6500" spc="-1830">
                <a:latin typeface="SimSun"/>
                <a:cs typeface="SimSun"/>
              </a:rPr>
              <a:t> </a:t>
            </a:r>
            <a:r>
              <a:rPr dirty="0" sz="6500" spc="680">
                <a:latin typeface="SimSun"/>
                <a:cs typeface="SimSun"/>
              </a:rPr>
              <a:t>C</a:t>
            </a:r>
            <a:r>
              <a:rPr dirty="0" sz="6500" spc="340">
                <a:latin typeface="SimSun"/>
                <a:cs typeface="SimSun"/>
              </a:rPr>
              <a:t>o</a:t>
            </a:r>
            <a:r>
              <a:rPr dirty="0" sz="6500" spc="495">
                <a:latin typeface="SimSun"/>
                <a:cs typeface="SimSun"/>
              </a:rPr>
              <a:t>d</a:t>
            </a:r>
            <a:r>
              <a:rPr dirty="0" sz="6500" spc="55">
                <a:latin typeface="SimSun"/>
                <a:cs typeface="SimSun"/>
              </a:rPr>
              <a:t>e</a:t>
            </a:r>
            <a:r>
              <a:rPr dirty="0" sz="6500" spc="-1830">
                <a:latin typeface="SimSun"/>
                <a:cs typeface="SimSun"/>
              </a:rPr>
              <a:t> </a:t>
            </a:r>
            <a:r>
              <a:rPr dirty="0" sz="6500" spc="330">
                <a:latin typeface="SimSun"/>
                <a:cs typeface="SimSun"/>
              </a:rPr>
              <a:t>E</a:t>
            </a:r>
            <a:r>
              <a:rPr dirty="0" sz="6500" spc="495">
                <a:latin typeface="SimSun"/>
                <a:cs typeface="SimSun"/>
              </a:rPr>
              <a:t>d</a:t>
            </a:r>
            <a:r>
              <a:rPr dirty="0" sz="6500" spc="-1425">
                <a:latin typeface="SimSun"/>
                <a:cs typeface="SimSun"/>
              </a:rPr>
              <a:t>i</a:t>
            </a:r>
            <a:r>
              <a:rPr dirty="0" sz="6500" spc="-915">
                <a:latin typeface="SimSun"/>
                <a:cs typeface="SimSun"/>
              </a:rPr>
              <a:t>t</a:t>
            </a:r>
            <a:r>
              <a:rPr dirty="0" sz="6500" spc="305">
                <a:latin typeface="SimSun"/>
                <a:cs typeface="SimSun"/>
              </a:rPr>
              <a:t>o</a:t>
            </a:r>
            <a:r>
              <a:rPr dirty="0" sz="6500" spc="-375">
                <a:latin typeface="SimSun"/>
                <a:cs typeface="SimSun"/>
              </a:rPr>
              <a:t>r</a:t>
            </a:r>
            <a:endParaRPr sz="6500">
              <a:latin typeface="SimSun"/>
              <a:cs typeface="SimSu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144511" y="0"/>
            <a:ext cx="9144000" cy="9381490"/>
            <a:chOff x="9144511" y="0"/>
            <a:chExt cx="9144000" cy="938149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511" y="4056564"/>
              <a:ext cx="5324392" cy="532439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09715" y="0"/>
              <a:ext cx="6478283" cy="740741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89187" y="0"/>
            <a:ext cx="3388360" cy="1694180"/>
          </a:xfrm>
          <a:custGeom>
            <a:avLst/>
            <a:gdLst/>
            <a:ahLst/>
            <a:cxnLst/>
            <a:rect l="l" t="t" r="r" b="b"/>
            <a:pathLst>
              <a:path w="3388359" h="1694180">
                <a:moveTo>
                  <a:pt x="1694124" y="1694124"/>
                </a:moveTo>
                <a:lnTo>
                  <a:pt x="0" y="0"/>
                </a:lnTo>
                <a:lnTo>
                  <a:pt x="3388248" y="0"/>
                </a:lnTo>
                <a:lnTo>
                  <a:pt x="1694124" y="1694124"/>
                </a:lnTo>
                <a:close/>
              </a:path>
            </a:pathLst>
          </a:custGeom>
          <a:solidFill>
            <a:srgbClr val="6FB0D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3157499"/>
            <a:ext cx="1786889" cy="3476625"/>
            <a:chOff x="0" y="3157499"/>
            <a:chExt cx="1786889" cy="3476625"/>
          </a:xfrm>
        </p:grpSpPr>
        <p:sp>
          <p:nvSpPr>
            <p:cNvPr id="4" name="object 4"/>
            <p:cNvSpPr/>
            <p:nvPr/>
          </p:nvSpPr>
          <p:spPr>
            <a:xfrm>
              <a:off x="0" y="3695250"/>
              <a:ext cx="1786889" cy="2939415"/>
            </a:xfrm>
            <a:custGeom>
              <a:avLst/>
              <a:gdLst/>
              <a:ahLst/>
              <a:cxnLst/>
              <a:rect l="l" t="t" r="r" b="b"/>
              <a:pathLst>
                <a:path w="1786889" h="2939415">
                  <a:moveTo>
                    <a:pt x="48312" y="2938873"/>
                  </a:moveTo>
                  <a:lnTo>
                    <a:pt x="0" y="2890560"/>
                  </a:lnTo>
                  <a:lnTo>
                    <a:pt x="0" y="586063"/>
                  </a:lnTo>
                  <a:lnTo>
                    <a:pt x="586063" y="0"/>
                  </a:lnTo>
                  <a:lnTo>
                    <a:pt x="1786624" y="1200560"/>
                  </a:lnTo>
                  <a:lnTo>
                    <a:pt x="48312" y="2938873"/>
                  </a:lnTo>
                  <a:close/>
                </a:path>
              </a:pathLst>
            </a:custGeom>
            <a:solidFill>
              <a:srgbClr val="484B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3157499"/>
              <a:ext cx="681355" cy="1314450"/>
            </a:xfrm>
            <a:custGeom>
              <a:avLst/>
              <a:gdLst/>
              <a:ahLst/>
              <a:cxnLst/>
              <a:rect l="l" t="t" r="r" b="b"/>
              <a:pathLst>
                <a:path w="681355" h="1314450">
                  <a:moveTo>
                    <a:pt x="0" y="1313904"/>
                  </a:moveTo>
                  <a:lnTo>
                    <a:pt x="0" y="48312"/>
                  </a:lnTo>
                  <a:lnTo>
                    <a:pt x="48312" y="0"/>
                  </a:lnTo>
                  <a:lnTo>
                    <a:pt x="681108" y="632795"/>
                  </a:lnTo>
                  <a:lnTo>
                    <a:pt x="0" y="1313904"/>
                  </a:lnTo>
                  <a:close/>
                </a:path>
              </a:pathLst>
            </a:custGeom>
            <a:solidFill>
              <a:srgbClr val="6FB0D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0" y="0"/>
            <a:ext cx="8515985" cy="10287000"/>
            <a:chOff x="0" y="0"/>
            <a:chExt cx="8515985" cy="10287000"/>
          </a:xfrm>
        </p:grpSpPr>
        <p:sp>
          <p:nvSpPr>
            <p:cNvPr id="7" name="object 7"/>
            <p:cNvSpPr/>
            <p:nvPr/>
          </p:nvSpPr>
          <p:spPr>
            <a:xfrm>
              <a:off x="2067500" y="1714999"/>
              <a:ext cx="6448425" cy="6448425"/>
            </a:xfrm>
            <a:custGeom>
              <a:avLst/>
              <a:gdLst/>
              <a:ahLst/>
              <a:cxnLst/>
              <a:rect l="l" t="t" r="r" b="b"/>
              <a:pathLst>
                <a:path w="6448425" h="6448425">
                  <a:moveTo>
                    <a:pt x="3224212" y="6448425"/>
                  </a:moveTo>
                  <a:lnTo>
                    <a:pt x="0" y="3225462"/>
                  </a:lnTo>
                  <a:lnTo>
                    <a:pt x="3224212" y="0"/>
                  </a:lnTo>
                  <a:lnTo>
                    <a:pt x="6448424" y="3225462"/>
                  </a:lnTo>
                  <a:lnTo>
                    <a:pt x="3224212" y="6448425"/>
                  </a:lnTo>
                  <a:close/>
                </a:path>
              </a:pathLst>
            </a:custGeom>
            <a:solidFill>
              <a:srgbClr val="484B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477500" y="5512500"/>
              <a:ext cx="2990850" cy="2990850"/>
            </a:xfrm>
            <a:custGeom>
              <a:avLst/>
              <a:gdLst/>
              <a:ahLst/>
              <a:cxnLst/>
              <a:rect l="l" t="t" r="r" b="b"/>
              <a:pathLst>
                <a:path w="2990850" h="2990850">
                  <a:moveTo>
                    <a:pt x="194729" y="2990850"/>
                  </a:moveTo>
                  <a:lnTo>
                    <a:pt x="0" y="2796120"/>
                  </a:lnTo>
                  <a:lnTo>
                    <a:pt x="2798616" y="0"/>
                  </a:lnTo>
                  <a:lnTo>
                    <a:pt x="2990850" y="192233"/>
                  </a:lnTo>
                  <a:lnTo>
                    <a:pt x="194729" y="2990850"/>
                  </a:lnTo>
                  <a:close/>
                </a:path>
              </a:pathLst>
            </a:custGeom>
            <a:solidFill>
              <a:srgbClr val="6FB0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232015"/>
              <a:ext cx="5320567" cy="505498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4753499" cy="4615558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9344069" y="1244790"/>
            <a:ext cx="4396740" cy="9626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150" spc="-210">
                <a:latin typeface="SimSun"/>
                <a:cs typeface="SimSun"/>
              </a:rPr>
              <a:t>Introduction</a:t>
            </a:r>
            <a:endParaRPr sz="6150">
              <a:latin typeface="SimSun"/>
              <a:cs typeface="SimSu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314049" y="2656741"/>
            <a:ext cx="3571875" cy="95250"/>
          </a:xfrm>
          <a:custGeom>
            <a:avLst/>
            <a:gdLst/>
            <a:ahLst/>
            <a:cxnLst/>
            <a:rect l="l" t="t" r="r" b="b"/>
            <a:pathLst>
              <a:path w="3571875" h="95250">
                <a:moveTo>
                  <a:pt x="3571874" y="95249"/>
                </a:moveTo>
                <a:lnTo>
                  <a:pt x="0" y="95249"/>
                </a:lnTo>
                <a:lnTo>
                  <a:pt x="0" y="0"/>
                </a:lnTo>
                <a:lnTo>
                  <a:pt x="3571874" y="0"/>
                </a:lnTo>
                <a:lnTo>
                  <a:pt x="3571874" y="95249"/>
                </a:lnTo>
                <a:close/>
              </a:path>
            </a:pathLst>
          </a:custGeom>
          <a:solidFill>
            <a:srgbClr val="6FB0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449683" y="2978825"/>
            <a:ext cx="10408285" cy="33743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73660">
              <a:lnSpc>
                <a:spcPct val="100400"/>
              </a:lnSpc>
              <a:spcBef>
                <a:spcPts val="110"/>
              </a:spcBef>
            </a:pPr>
            <a:r>
              <a:rPr dirty="0" sz="3050" spc="-80" b="1">
                <a:solidFill>
                  <a:srgbClr val="F9F9F9"/>
                </a:solidFill>
                <a:latin typeface="Times New Roman"/>
                <a:cs typeface="Times New Roman"/>
              </a:rPr>
              <a:t>Code-Crafters </a:t>
            </a:r>
            <a:r>
              <a:rPr dirty="0" sz="3050" spc="30" b="1">
                <a:solidFill>
                  <a:srgbClr val="F9F9F9"/>
                </a:solidFill>
                <a:latin typeface="Times New Roman"/>
                <a:cs typeface="Times New Roman"/>
              </a:rPr>
              <a:t>is </a:t>
            </a:r>
            <a:r>
              <a:rPr dirty="0" sz="3050" spc="-30" b="1">
                <a:solidFill>
                  <a:srgbClr val="F9F9F9"/>
                </a:solidFill>
                <a:latin typeface="Times New Roman"/>
                <a:cs typeface="Times New Roman"/>
              </a:rPr>
              <a:t>an </a:t>
            </a:r>
            <a:r>
              <a:rPr dirty="0" sz="3050" spc="25" b="1">
                <a:solidFill>
                  <a:srgbClr val="F9F9F9"/>
                </a:solidFill>
                <a:latin typeface="Times New Roman"/>
                <a:cs typeface="Times New Roman"/>
              </a:rPr>
              <a:t>online </a:t>
            </a:r>
            <a:r>
              <a:rPr dirty="0" sz="3050" spc="5" b="1">
                <a:solidFill>
                  <a:srgbClr val="F9F9F9"/>
                </a:solidFill>
                <a:latin typeface="Times New Roman"/>
                <a:cs typeface="Times New Roman"/>
              </a:rPr>
              <a:t>code </a:t>
            </a:r>
            <a:r>
              <a:rPr dirty="0" sz="3050" spc="-10" b="1">
                <a:solidFill>
                  <a:srgbClr val="F9F9F9"/>
                </a:solidFill>
                <a:latin typeface="Times New Roman"/>
                <a:cs typeface="Times New Roman"/>
              </a:rPr>
              <a:t>editor </a:t>
            </a:r>
            <a:r>
              <a:rPr dirty="0" sz="3050" spc="-45" b="1">
                <a:solidFill>
                  <a:srgbClr val="F9F9F9"/>
                </a:solidFill>
                <a:latin typeface="Times New Roman"/>
                <a:cs typeface="Times New Roman"/>
              </a:rPr>
              <a:t>project </a:t>
            </a:r>
            <a:r>
              <a:rPr dirty="0" sz="3050" spc="30" b="1">
                <a:solidFill>
                  <a:srgbClr val="F9F9F9"/>
                </a:solidFill>
                <a:latin typeface="Times New Roman"/>
                <a:cs typeface="Times New Roman"/>
              </a:rPr>
              <a:t>is </a:t>
            </a:r>
            <a:r>
              <a:rPr dirty="0" sz="3050" spc="-65" b="1">
                <a:solidFill>
                  <a:srgbClr val="F9F9F9"/>
                </a:solidFill>
                <a:latin typeface="Times New Roman"/>
                <a:cs typeface="Times New Roman"/>
              </a:rPr>
              <a:t>a </a:t>
            </a:r>
            <a:r>
              <a:rPr dirty="0" sz="3050" spc="-5" b="1">
                <a:solidFill>
                  <a:srgbClr val="F9F9F9"/>
                </a:solidFill>
                <a:latin typeface="Times New Roman"/>
                <a:cs typeface="Times New Roman"/>
              </a:rPr>
              <a:t>cutting-edge </a:t>
            </a:r>
            <a:r>
              <a:rPr dirty="0" sz="3050" b="1">
                <a:solidFill>
                  <a:srgbClr val="F9F9F9"/>
                </a:solidFill>
                <a:latin typeface="Times New Roman"/>
                <a:cs typeface="Times New Roman"/>
              </a:rPr>
              <a:t> </a:t>
            </a:r>
            <a:r>
              <a:rPr dirty="0" sz="3050" spc="-20" b="1">
                <a:solidFill>
                  <a:srgbClr val="F9F9F9"/>
                </a:solidFill>
                <a:latin typeface="Times New Roman"/>
                <a:cs typeface="Times New Roman"/>
              </a:rPr>
              <a:t>web-based</a:t>
            </a:r>
            <a:r>
              <a:rPr dirty="0" sz="3050" spc="-180" b="1">
                <a:solidFill>
                  <a:srgbClr val="F9F9F9"/>
                </a:solidFill>
                <a:latin typeface="Times New Roman"/>
                <a:cs typeface="Times New Roman"/>
              </a:rPr>
              <a:t> </a:t>
            </a:r>
            <a:r>
              <a:rPr dirty="0" sz="3050" spc="-5" b="1">
                <a:solidFill>
                  <a:srgbClr val="F9F9F9"/>
                </a:solidFill>
                <a:latin typeface="Times New Roman"/>
                <a:cs typeface="Times New Roman"/>
              </a:rPr>
              <a:t>development</a:t>
            </a:r>
            <a:r>
              <a:rPr dirty="0" sz="3050" spc="-175" b="1">
                <a:solidFill>
                  <a:srgbClr val="F9F9F9"/>
                </a:solidFill>
                <a:latin typeface="Times New Roman"/>
                <a:cs typeface="Times New Roman"/>
              </a:rPr>
              <a:t> </a:t>
            </a:r>
            <a:r>
              <a:rPr dirty="0" sz="3050" spc="25" b="1">
                <a:solidFill>
                  <a:srgbClr val="F9F9F9"/>
                </a:solidFill>
                <a:latin typeface="Times New Roman"/>
                <a:cs typeface="Times New Roman"/>
              </a:rPr>
              <a:t>tool</a:t>
            </a:r>
            <a:r>
              <a:rPr dirty="0" sz="3050" spc="-180" b="1">
                <a:solidFill>
                  <a:srgbClr val="F9F9F9"/>
                </a:solidFill>
                <a:latin typeface="Times New Roman"/>
                <a:cs typeface="Times New Roman"/>
              </a:rPr>
              <a:t> </a:t>
            </a:r>
            <a:r>
              <a:rPr dirty="0" sz="3050" spc="5" b="1">
                <a:solidFill>
                  <a:srgbClr val="F9F9F9"/>
                </a:solidFill>
                <a:latin typeface="Times New Roman"/>
                <a:cs typeface="Times New Roman"/>
              </a:rPr>
              <a:t>designed</a:t>
            </a:r>
            <a:r>
              <a:rPr dirty="0" sz="3050" spc="-175" b="1">
                <a:solidFill>
                  <a:srgbClr val="F9F9F9"/>
                </a:solidFill>
                <a:latin typeface="Times New Roman"/>
                <a:cs typeface="Times New Roman"/>
              </a:rPr>
              <a:t> </a:t>
            </a:r>
            <a:r>
              <a:rPr dirty="0" sz="3050" spc="10" b="1">
                <a:solidFill>
                  <a:srgbClr val="F9F9F9"/>
                </a:solidFill>
                <a:latin typeface="Times New Roman"/>
                <a:cs typeface="Times New Roman"/>
              </a:rPr>
              <a:t>to</a:t>
            </a:r>
            <a:r>
              <a:rPr dirty="0" sz="3050" spc="-175" b="1">
                <a:solidFill>
                  <a:srgbClr val="F9F9F9"/>
                </a:solidFill>
                <a:latin typeface="Times New Roman"/>
                <a:cs typeface="Times New Roman"/>
              </a:rPr>
              <a:t> </a:t>
            </a:r>
            <a:r>
              <a:rPr dirty="0" sz="3050" spc="-30" b="1">
                <a:solidFill>
                  <a:srgbClr val="F9F9F9"/>
                </a:solidFill>
                <a:latin typeface="Times New Roman"/>
                <a:cs typeface="Times New Roman"/>
              </a:rPr>
              <a:t>provide</a:t>
            </a:r>
            <a:r>
              <a:rPr dirty="0" sz="3050" spc="-180" b="1">
                <a:solidFill>
                  <a:srgbClr val="F9F9F9"/>
                </a:solidFill>
                <a:latin typeface="Times New Roman"/>
                <a:cs typeface="Times New Roman"/>
              </a:rPr>
              <a:t> </a:t>
            </a:r>
            <a:r>
              <a:rPr dirty="0" sz="3050" spc="-65" b="1">
                <a:solidFill>
                  <a:srgbClr val="F9F9F9"/>
                </a:solidFill>
                <a:latin typeface="Times New Roman"/>
                <a:cs typeface="Times New Roman"/>
              </a:rPr>
              <a:t>a</a:t>
            </a:r>
            <a:r>
              <a:rPr dirty="0" sz="3050" spc="-175" b="1">
                <a:solidFill>
                  <a:srgbClr val="F9F9F9"/>
                </a:solidFill>
                <a:latin typeface="Times New Roman"/>
                <a:cs typeface="Times New Roman"/>
              </a:rPr>
              <a:t> </a:t>
            </a:r>
            <a:r>
              <a:rPr dirty="0" sz="3050" spc="10" b="1">
                <a:solidFill>
                  <a:srgbClr val="F9F9F9"/>
                </a:solidFill>
                <a:latin typeface="Times New Roman"/>
                <a:cs typeface="Times New Roman"/>
              </a:rPr>
              <a:t>seamless</a:t>
            </a:r>
            <a:r>
              <a:rPr dirty="0" sz="3050" spc="-175" b="1">
                <a:solidFill>
                  <a:srgbClr val="F9F9F9"/>
                </a:solidFill>
                <a:latin typeface="Times New Roman"/>
                <a:cs typeface="Times New Roman"/>
              </a:rPr>
              <a:t> </a:t>
            </a:r>
            <a:r>
              <a:rPr dirty="0" sz="3050" spc="-30" b="1">
                <a:solidFill>
                  <a:srgbClr val="F9F9F9"/>
                </a:solidFill>
                <a:latin typeface="Times New Roman"/>
                <a:cs typeface="Times New Roman"/>
              </a:rPr>
              <a:t>and </a:t>
            </a:r>
            <a:r>
              <a:rPr dirty="0" sz="3050" spc="-750" b="1">
                <a:solidFill>
                  <a:srgbClr val="F9F9F9"/>
                </a:solidFill>
                <a:latin typeface="Times New Roman"/>
                <a:cs typeface="Times New Roman"/>
              </a:rPr>
              <a:t> </a:t>
            </a:r>
            <a:r>
              <a:rPr dirty="0" sz="3050" spc="-20" b="1">
                <a:solidFill>
                  <a:srgbClr val="F9F9F9"/>
                </a:solidFill>
                <a:latin typeface="Times New Roman"/>
                <a:cs typeface="Times New Roman"/>
              </a:rPr>
              <a:t>collaborative</a:t>
            </a:r>
            <a:r>
              <a:rPr dirty="0" sz="3050" spc="-175" b="1">
                <a:solidFill>
                  <a:srgbClr val="F9F9F9"/>
                </a:solidFill>
                <a:latin typeface="Times New Roman"/>
                <a:cs typeface="Times New Roman"/>
              </a:rPr>
              <a:t> </a:t>
            </a:r>
            <a:r>
              <a:rPr dirty="0" sz="3050" spc="-10" b="1">
                <a:solidFill>
                  <a:srgbClr val="F9F9F9"/>
                </a:solidFill>
                <a:latin typeface="Times New Roman"/>
                <a:cs typeface="Times New Roman"/>
              </a:rPr>
              <a:t>coding</a:t>
            </a:r>
            <a:r>
              <a:rPr dirty="0" sz="3050" spc="-175" b="1">
                <a:solidFill>
                  <a:srgbClr val="F9F9F9"/>
                </a:solidFill>
                <a:latin typeface="Times New Roman"/>
                <a:cs typeface="Times New Roman"/>
              </a:rPr>
              <a:t> </a:t>
            </a:r>
            <a:r>
              <a:rPr dirty="0" sz="3050" spc="-15" b="1">
                <a:solidFill>
                  <a:srgbClr val="F9F9F9"/>
                </a:solidFill>
                <a:latin typeface="Times New Roman"/>
                <a:cs typeface="Times New Roman"/>
              </a:rPr>
              <a:t>experience</a:t>
            </a:r>
            <a:r>
              <a:rPr dirty="0" sz="3050" spc="-175" b="1">
                <a:solidFill>
                  <a:srgbClr val="F9F9F9"/>
                </a:solidFill>
                <a:latin typeface="Times New Roman"/>
                <a:cs typeface="Times New Roman"/>
              </a:rPr>
              <a:t> </a:t>
            </a:r>
            <a:r>
              <a:rPr dirty="0" sz="3050" spc="-55" b="1">
                <a:solidFill>
                  <a:srgbClr val="F9F9F9"/>
                </a:solidFill>
                <a:latin typeface="Times New Roman"/>
                <a:cs typeface="Times New Roman"/>
              </a:rPr>
              <a:t>for</a:t>
            </a:r>
            <a:r>
              <a:rPr dirty="0" sz="3050" spc="-175" b="1">
                <a:solidFill>
                  <a:srgbClr val="F9F9F9"/>
                </a:solidFill>
                <a:latin typeface="Times New Roman"/>
                <a:cs typeface="Times New Roman"/>
              </a:rPr>
              <a:t> </a:t>
            </a:r>
            <a:r>
              <a:rPr dirty="0" sz="3050" spc="-25" b="1">
                <a:solidFill>
                  <a:srgbClr val="F9F9F9"/>
                </a:solidFill>
                <a:latin typeface="Times New Roman"/>
                <a:cs typeface="Times New Roman"/>
              </a:rPr>
              <a:t>developers,</a:t>
            </a:r>
            <a:r>
              <a:rPr dirty="0" sz="3050" spc="-170" b="1">
                <a:solidFill>
                  <a:srgbClr val="F9F9F9"/>
                </a:solidFill>
                <a:latin typeface="Times New Roman"/>
                <a:cs typeface="Times New Roman"/>
              </a:rPr>
              <a:t> </a:t>
            </a:r>
            <a:r>
              <a:rPr dirty="0" sz="3050" spc="-10" b="1">
                <a:solidFill>
                  <a:srgbClr val="F9F9F9"/>
                </a:solidFill>
                <a:latin typeface="Times New Roman"/>
                <a:cs typeface="Times New Roman"/>
              </a:rPr>
              <a:t>students,</a:t>
            </a:r>
            <a:r>
              <a:rPr dirty="0" sz="3050" spc="-175" b="1">
                <a:solidFill>
                  <a:srgbClr val="F9F9F9"/>
                </a:solidFill>
                <a:latin typeface="Times New Roman"/>
                <a:cs typeface="Times New Roman"/>
              </a:rPr>
              <a:t> </a:t>
            </a:r>
            <a:r>
              <a:rPr dirty="0" sz="3050" spc="-30" b="1">
                <a:solidFill>
                  <a:srgbClr val="F9F9F9"/>
                </a:solidFill>
                <a:latin typeface="Times New Roman"/>
                <a:cs typeface="Times New Roman"/>
              </a:rPr>
              <a:t>and</a:t>
            </a: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050" spc="-15" b="1">
                <a:solidFill>
                  <a:srgbClr val="F9F9F9"/>
                </a:solidFill>
                <a:latin typeface="Times New Roman"/>
                <a:cs typeface="Times New Roman"/>
              </a:rPr>
              <a:t>professionals.</a:t>
            </a:r>
            <a:endParaRPr sz="3050">
              <a:latin typeface="Times New Roman"/>
              <a:cs typeface="Times New Roman"/>
            </a:endParaRPr>
          </a:p>
          <a:p>
            <a:pPr marL="12700" marR="5080">
              <a:lnSpc>
                <a:spcPts val="3829"/>
              </a:lnSpc>
              <a:spcBef>
                <a:spcPts val="150"/>
              </a:spcBef>
            </a:pPr>
            <a:r>
              <a:rPr dirty="0" sz="3200" spc="-70" b="1">
                <a:solidFill>
                  <a:srgbClr val="F9F9F9"/>
                </a:solidFill>
                <a:latin typeface="Times New Roman"/>
                <a:cs typeface="Times New Roman"/>
              </a:rPr>
              <a:t>This </a:t>
            </a:r>
            <a:r>
              <a:rPr dirty="0" sz="3200" spc="-45" b="1">
                <a:solidFill>
                  <a:srgbClr val="F9F9F9"/>
                </a:solidFill>
                <a:latin typeface="Times New Roman"/>
                <a:cs typeface="Times New Roman"/>
              </a:rPr>
              <a:t>platform </a:t>
            </a:r>
            <a:r>
              <a:rPr dirty="0" sz="3200" spc="-30" b="1">
                <a:solidFill>
                  <a:srgbClr val="F9F9F9"/>
                </a:solidFill>
                <a:latin typeface="Times New Roman"/>
                <a:cs typeface="Times New Roman"/>
              </a:rPr>
              <a:t>aims </a:t>
            </a:r>
            <a:r>
              <a:rPr dirty="0" sz="3200" spc="15" b="1">
                <a:solidFill>
                  <a:srgbClr val="F9F9F9"/>
                </a:solidFill>
                <a:latin typeface="Times New Roman"/>
                <a:cs typeface="Times New Roman"/>
              </a:rPr>
              <a:t>to </a:t>
            </a:r>
            <a:r>
              <a:rPr dirty="0" sz="3200" spc="-20" b="1">
                <a:solidFill>
                  <a:srgbClr val="F9F9F9"/>
                </a:solidFill>
                <a:latin typeface="Times New Roman"/>
                <a:cs typeface="Times New Roman"/>
              </a:rPr>
              <a:t>simplify </a:t>
            </a:r>
            <a:r>
              <a:rPr dirty="0" sz="3200" spc="-10" b="1">
                <a:solidFill>
                  <a:srgbClr val="F9F9F9"/>
                </a:solidFill>
                <a:latin typeface="Times New Roman"/>
                <a:cs typeface="Times New Roman"/>
              </a:rPr>
              <a:t>coding </a:t>
            </a:r>
            <a:r>
              <a:rPr dirty="0" sz="3200" spc="-35" b="1">
                <a:solidFill>
                  <a:srgbClr val="F9F9F9"/>
                </a:solidFill>
                <a:latin typeface="Times New Roman"/>
                <a:cs typeface="Times New Roman"/>
              </a:rPr>
              <a:t>tasks </a:t>
            </a:r>
            <a:r>
              <a:rPr dirty="0" sz="3200" spc="-60" b="1">
                <a:solidFill>
                  <a:srgbClr val="F9F9F9"/>
                </a:solidFill>
                <a:latin typeface="Times New Roman"/>
                <a:cs typeface="Times New Roman"/>
              </a:rPr>
              <a:t>by </a:t>
            </a:r>
            <a:r>
              <a:rPr dirty="0" sz="3200" spc="-25" b="1">
                <a:solidFill>
                  <a:srgbClr val="F9F9F9"/>
                </a:solidFill>
                <a:latin typeface="Times New Roman"/>
                <a:cs typeface="Times New Roman"/>
              </a:rPr>
              <a:t>offering </a:t>
            </a:r>
            <a:r>
              <a:rPr dirty="0" sz="3200" spc="-70" b="1">
                <a:solidFill>
                  <a:srgbClr val="F9F9F9"/>
                </a:solidFill>
                <a:latin typeface="Times New Roman"/>
                <a:cs typeface="Times New Roman"/>
              </a:rPr>
              <a:t>a </a:t>
            </a:r>
            <a:r>
              <a:rPr dirty="0" sz="3200" spc="-65" b="1">
                <a:solidFill>
                  <a:srgbClr val="F9F9F9"/>
                </a:solidFill>
                <a:latin typeface="Times New Roman"/>
                <a:cs typeface="Times New Roman"/>
              </a:rPr>
              <a:t> </a:t>
            </a:r>
            <a:r>
              <a:rPr dirty="0" sz="3200" spc="-45" b="1">
                <a:solidFill>
                  <a:srgbClr val="F9F9F9"/>
                </a:solidFill>
                <a:latin typeface="Times New Roman"/>
                <a:cs typeface="Times New Roman"/>
              </a:rPr>
              <a:t>feature-rich,</a:t>
            </a:r>
            <a:r>
              <a:rPr dirty="0" sz="3200" spc="-190" b="1">
                <a:solidFill>
                  <a:srgbClr val="F9F9F9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9F9F9"/>
                </a:solidFill>
                <a:latin typeface="Times New Roman"/>
                <a:cs typeface="Times New Roman"/>
              </a:rPr>
              <a:t>accessible,</a:t>
            </a:r>
            <a:r>
              <a:rPr dirty="0" sz="3200" spc="-185" b="1">
                <a:solidFill>
                  <a:srgbClr val="F9F9F9"/>
                </a:solidFill>
                <a:latin typeface="Times New Roman"/>
                <a:cs typeface="Times New Roman"/>
              </a:rPr>
              <a:t> </a:t>
            </a:r>
            <a:r>
              <a:rPr dirty="0" sz="3200" spc="-30" b="1">
                <a:solidFill>
                  <a:srgbClr val="F9F9F9"/>
                </a:solidFill>
                <a:latin typeface="Times New Roman"/>
                <a:cs typeface="Times New Roman"/>
              </a:rPr>
              <a:t>and</a:t>
            </a:r>
            <a:r>
              <a:rPr dirty="0" sz="3200" spc="-190" b="1">
                <a:solidFill>
                  <a:srgbClr val="F9F9F9"/>
                </a:solidFill>
                <a:latin typeface="Times New Roman"/>
                <a:cs typeface="Times New Roman"/>
              </a:rPr>
              <a:t> </a:t>
            </a:r>
            <a:r>
              <a:rPr dirty="0" sz="3200" spc="-20" b="1">
                <a:solidFill>
                  <a:srgbClr val="F9F9F9"/>
                </a:solidFill>
                <a:latin typeface="Times New Roman"/>
                <a:cs typeface="Times New Roman"/>
              </a:rPr>
              <a:t>user-friendly</a:t>
            </a:r>
            <a:r>
              <a:rPr dirty="0" sz="3200" spc="-185" b="1">
                <a:solidFill>
                  <a:srgbClr val="F9F9F9"/>
                </a:solidFill>
                <a:latin typeface="Times New Roman"/>
                <a:cs typeface="Times New Roman"/>
              </a:rPr>
              <a:t> </a:t>
            </a:r>
            <a:r>
              <a:rPr dirty="0" sz="3200" spc="-20" b="1">
                <a:solidFill>
                  <a:srgbClr val="F9F9F9"/>
                </a:solidFill>
                <a:latin typeface="Times New Roman"/>
                <a:cs typeface="Times New Roman"/>
              </a:rPr>
              <a:t>environment</a:t>
            </a:r>
            <a:r>
              <a:rPr dirty="0" sz="3200" spc="-190" b="1">
                <a:solidFill>
                  <a:srgbClr val="F9F9F9"/>
                </a:solidFill>
                <a:latin typeface="Times New Roman"/>
                <a:cs typeface="Times New Roman"/>
              </a:rPr>
              <a:t> </a:t>
            </a:r>
            <a:r>
              <a:rPr dirty="0" sz="3200" spc="-30" b="1">
                <a:solidFill>
                  <a:srgbClr val="F9F9F9"/>
                </a:solidFill>
                <a:latin typeface="Times New Roman"/>
                <a:cs typeface="Times New Roman"/>
              </a:rPr>
              <a:t>where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ts val="3770"/>
              </a:lnSpc>
            </a:pPr>
            <a:r>
              <a:rPr dirty="0" sz="3200" spc="-5" b="1">
                <a:solidFill>
                  <a:srgbClr val="F9F9F9"/>
                </a:solidFill>
                <a:latin typeface="Times New Roman"/>
                <a:cs typeface="Times New Roman"/>
              </a:rPr>
              <a:t>users</a:t>
            </a:r>
            <a:r>
              <a:rPr dirty="0" sz="3200" spc="-190" b="1">
                <a:solidFill>
                  <a:srgbClr val="F9F9F9"/>
                </a:solidFill>
                <a:latin typeface="Times New Roman"/>
                <a:cs typeface="Times New Roman"/>
              </a:rPr>
              <a:t> </a:t>
            </a:r>
            <a:r>
              <a:rPr dirty="0" sz="3200" spc="-30" b="1">
                <a:solidFill>
                  <a:srgbClr val="F9F9F9"/>
                </a:solidFill>
                <a:latin typeface="Times New Roman"/>
                <a:cs typeface="Times New Roman"/>
              </a:rPr>
              <a:t>can</a:t>
            </a:r>
            <a:r>
              <a:rPr dirty="0" sz="3200" spc="-190" b="1">
                <a:solidFill>
                  <a:srgbClr val="F9F9F9"/>
                </a:solidFill>
                <a:latin typeface="Times New Roman"/>
                <a:cs typeface="Times New Roman"/>
              </a:rPr>
              <a:t> </a:t>
            </a:r>
            <a:r>
              <a:rPr dirty="0" sz="3200" spc="-65" b="1">
                <a:solidFill>
                  <a:srgbClr val="F9F9F9"/>
                </a:solidFill>
                <a:latin typeface="Times New Roman"/>
                <a:cs typeface="Times New Roman"/>
              </a:rPr>
              <a:t>write,</a:t>
            </a:r>
            <a:r>
              <a:rPr dirty="0" sz="3200" spc="-190" b="1">
                <a:solidFill>
                  <a:srgbClr val="F9F9F9"/>
                </a:solidFill>
                <a:latin typeface="Times New Roman"/>
                <a:cs typeface="Times New Roman"/>
              </a:rPr>
              <a:t> </a:t>
            </a:r>
            <a:r>
              <a:rPr dirty="0" sz="3200" spc="-30" b="1">
                <a:solidFill>
                  <a:srgbClr val="F9F9F9"/>
                </a:solidFill>
                <a:latin typeface="Times New Roman"/>
                <a:cs typeface="Times New Roman"/>
              </a:rPr>
              <a:t>compile,</a:t>
            </a:r>
            <a:r>
              <a:rPr dirty="0" sz="3200" spc="-190" b="1">
                <a:solidFill>
                  <a:srgbClr val="F9F9F9"/>
                </a:solidFill>
                <a:latin typeface="Times New Roman"/>
                <a:cs typeface="Times New Roman"/>
              </a:rPr>
              <a:t> </a:t>
            </a:r>
            <a:r>
              <a:rPr dirty="0" sz="3200" spc="-45" b="1">
                <a:solidFill>
                  <a:srgbClr val="F9F9F9"/>
                </a:solidFill>
                <a:latin typeface="Times New Roman"/>
                <a:cs typeface="Times New Roman"/>
              </a:rPr>
              <a:t>debug,</a:t>
            </a:r>
            <a:r>
              <a:rPr dirty="0" sz="3200" spc="-185" b="1">
                <a:solidFill>
                  <a:srgbClr val="F9F9F9"/>
                </a:solidFill>
                <a:latin typeface="Times New Roman"/>
                <a:cs typeface="Times New Roman"/>
              </a:rPr>
              <a:t> </a:t>
            </a:r>
            <a:r>
              <a:rPr dirty="0" sz="3200" spc="-30" b="1">
                <a:solidFill>
                  <a:srgbClr val="F9F9F9"/>
                </a:solidFill>
                <a:latin typeface="Times New Roman"/>
                <a:cs typeface="Times New Roman"/>
              </a:rPr>
              <a:t>and</a:t>
            </a:r>
            <a:r>
              <a:rPr dirty="0" sz="3200" spc="-190" b="1">
                <a:solidFill>
                  <a:srgbClr val="F9F9F9"/>
                </a:solidFill>
                <a:latin typeface="Times New Roman"/>
                <a:cs typeface="Times New Roman"/>
              </a:rPr>
              <a:t> </a:t>
            </a:r>
            <a:r>
              <a:rPr dirty="0" sz="3200" spc="-25" b="1">
                <a:solidFill>
                  <a:srgbClr val="F9F9F9"/>
                </a:solidFill>
                <a:latin typeface="Times New Roman"/>
                <a:cs typeface="Times New Roman"/>
              </a:rPr>
              <a:t>share</a:t>
            </a:r>
            <a:r>
              <a:rPr dirty="0" sz="3200" spc="-190" b="1">
                <a:solidFill>
                  <a:srgbClr val="F9F9F9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9F9F9"/>
                </a:solidFill>
                <a:latin typeface="Times New Roman"/>
                <a:cs typeface="Times New Roman"/>
              </a:rPr>
              <a:t>code</a:t>
            </a:r>
            <a:r>
              <a:rPr dirty="0" sz="3200" spc="-190" b="1">
                <a:solidFill>
                  <a:srgbClr val="F9F9F9"/>
                </a:solidFill>
                <a:latin typeface="Times New Roman"/>
                <a:cs typeface="Times New Roman"/>
              </a:rPr>
              <a:t> </a:t>
            </a:r>
            <a:r>
              <a:rPr dirty="0" sz="3200" spc="-15" b="1">
                <a:solidFill>
                  <a:srgbClr val="F9F9F9"/>
                </a:solidFill>
                <a:latin typeface="Times New Roman"/>
                <a:cs typeface="Times New Roman"/>
              </a:rPr>
              <a:t>effortlessly.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2713" y="456187"/>
            <a:ext cx="3669665" cy="6400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45">
                <a:solidFill>
                  <a:srgbClr val="F7E8E8"/>
                </a:solidFill>
                <a:latin typeface="SimSun"/>
                <a:cs typeface="SimSun"/>
              </a:rPr>
              <a:t>Implementation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722" y="1401136"/>
            <a:ext cx="8029574" cy="36290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60542" y="3574469"/>
            <a:ext cx="8286749" cy="37337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2766" y="5875529"/>
            <a:ext cx="8029574" cy="36099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640787" y="0"/>
            <a:ext cx="5647690" cy="5734685"/>
            <a:chOff x="12640787" y="0"/>
            <a:chExt cx="5647690" cy="5734685"/>
          </a:xfrm>
        </p:grpSpPr>
        <p:sp>
          <p:nvSpPr>
            <p:cNvPr id="3" name="object 3"/>
            <p:cNvSpPr/>
            <p:nvPr/>
          </p:nvSpPr>
          <p:spPr>
            <a:xfrm>
              <a:off x="16373134" y="2795251"/>
              <a:ext cx="1915160" cy="2939415"/>
            </a:xfrm>
            <a:custGeom>
              <a:avLst/>
              <a:gdLst/>
              <a:ahLst/>
              <a:cxnLst/>
              <a:rect l="l" t="t" r="r" b="b"/>
              <a:pathLst>
                <a:path w="1915159" h="2939415">
                  <a:moveTo>
                    <a:pt x="1201425" y="2938873"/>
                  </a:moveTo>
                  <a:lnTo>
                    <a:pt x="0" y="1738312"/>
                  </a:lnTo>
                  <a:lnTo>
                    <a:pt x="1739563" y="0"/>
                  </a:lnTo>
                  <a:lnTo>
                    <a:pt x="1914865" y="175176"/>
                  </a:lnTo>
                  <a:lnTo>
                    <a:pt x="1914865" y="2225946"/>
                  </a:lnTo>
                  <a:lnTo>
                    <a:pt x="1201425" y="2938873"/>
                  </a:lnTo>
                  <a:close/>
                </a:path>
              </a:pathLst>
            </a:custGeom>
            <a:solidFill>
              <a:srgbClr val="484B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2640780" y="11"/>
              <a:ext cx="5647690" cy="4629150"/>
            </a:xfrm>
            <a:custGeom>
              <a:avLst/>
              <a:gdLst/>
              <a:ahLst/>
              <a:cxnLst/>
              <a:rect l="l" t="t" r="r" b="b"/>
              <a:pathLst>
                <a:path w="5647690" h="4629150">
                  <a:moveTo>
                    <a:pt x="5567019" y="2890291"/>
                  </a:moveTo>
                  <a:lnTo>
                    <a:pt x="4936274" y="2257488"/>
                  </a:lnTo>
                  <a:lnTo>
                    <a:pt x="3196717" y="3995801"/>
                  </a:lnTo>
                  <a:lnTo>
                    <a:pt x="3827462" y="4628604"/>
                  </a:lnTo>
                  <a:lnTo>
                    <a:pt x="5567019" y="2890291"/>
                  </a:lnTo>
                  <a:close/>
                </a:path>
                <a:path w="5647690" h="4629150">
                  <a:moveTo>
                    <a:pt x="5647220" y="0"/>
                  </a:moveTo>
                  <a:lnTo>
                    <a:pt x="0" y="0"/>
                  </a:lnTo>
                  <a:lnTo>
                    <a:pt x="3075927" y="3075914"/>
                  </a:lnTo>
                  <a:lnTo>
                    <a:pt x="5647220" y="504634"/>
                  </a:lnTo>
                  <a:lnTo>
                    <a:pt x="5647220" y="0"/>
                  </a:lnTo>
                  <a:close/>
                </a:path>
              </a:pathLst>
            </a:custGeom>
            <a:solidFill>
              <a:srgbClr val="6FB0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15062500" y="6675000"/>
            <a:ext cx="3225800" cy="3612515"/>
          </a:xfrm>
          <a:custGeom>
            <a:avLst/>
            <a:gdLst/>
            <a:ahLst/>
            <a:cxnLst/>
            <a:rect l="l" t="t" r="r" b="b"/>
            <a:pathLst>
              <a:path w="3225800" h="3612515">
                <a:moveTo>
                  <a:pt x="3225499" y="3611999"/>
                </a:moveTo>
                <a:lnTo>
                  <a:pt x="386687" y="3611999"/>
                </a:lnTo>
                <a:lnTo>
                  <a:pt x="0" y="3225462"/>
                </a:lnTo>
                <a:lnTo>
                  <a:pt x="3224211" y="0"/>
                </a:lnTo>
                <a:lnTo>
                  <a:pt x="3225499" y="1286"/>
                </a:lnTo>
                <a:lnTo>
                  <a:pt x="3225499" y="3611999"/>
                </a:lnTo>
                <a:close/>
              </a:path>
            </a:pathLst>
          </a:custGeom>
          <a:solidFill>
            <a:srgbClr val="6FB0D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11716546" y="815620"/>
            <a:ext cx="6571615" cy="8823325"/>
            <a:chOff x="11716546" y="815620"/>
            <a:chExt cx="6571615" cy="8823325"/>
          </a:xfrm>
        </p:grpSpPr>
        <p:sp>
          <p:nvSpPr>
            <p:cNvPr id="7" name="object 7"/>
            <p:cNvSpPr/>
            <p:nvPr/>
          </p:nvSpPr>
          <p:spPr>
            <a:xfrm>
              <a:off x="15857502" y="815620"/>
              <a:ext cx="2430780" cy="2623185"/>
            </a:xfrm>
            <a:custGeom>
              <a:avLst/>
              <a:gdLst/>
              <a:ahLst/>
              <a:cxnLst/>
              <a:rect l="l" t="t" r="r" b="b"/>
              <a:pathLst>
                <a:path w="2430780" h="2623185">
                  <a:moveTo>
                    <a:pt x="194729" y="2622729"/>
                  </a:moveTo>
                  <a:lnTo>
                    <a:pt x="0" y="2430496"/>
                  </a:lnTo>
                  <a:lnTo>
                    <a:pt x="2430496" y="0"/>
                  </a:lnTo>
                  <a:lnTo>
                    <a:pt x="2430496" y="386963"/>
                  </a:lnTo>
                  <a:lnTo>
                    <a:pt x="194729" y="2622729"/>
                  </a:lnTo>
                  <a:close/>
                </a:path>
              </a:pathLst>
            </a:custGeom>
            <a:solidFill>
              <a:srgbClr val="6FB0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16546" y="3266263"/>
              <a:ext cx="6372126" cy="6372126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860736" y="2132400"/>
            <a:ext cx="30784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30">
                <a:latin typeface="SimSun"/>
                <a:cs typeface="SimSun"/>
              </a:rPr>
              <a:t>K</a:t>
            </a:r>
            <a:r>
              <a:rPr dirty="0" sz="3350" spc="150">
                <a:latin typeface="SimSun"/>
                <a:cs typeface="SimSun"/>
              </a:rPr>
              <a:t>E</a:t>
            </a:r>
            <a:r>
              <a:rPr dirty="0" sz="3350" spc="315">
                <a:latin typeface="SimSun"/>
                <a:cs typeface="SimSun"/>
              </a:rPr>
              <a:t>Y</a:t>
            </a:r>
            <a:r>
              <a:rPr dirty="0" sz="3350" spc="-1005">
                <a:latin typeface="SimSun"/>
                <a:cs typeface="SimSun"/>
              </a:rPr>
              <a:t> </a:t>
            </a:r>
            <a:r>
              <a:rPr dirty="0" sz="3350" spc="114">
                <a:latin typeface="SimSun"/>
                <a:cs typeface="SimSun"/>
              </a:rPr>
              <a:t>F</a:t>
            </a:r>
            <a:r>
              <a:rPr dirty="0" sz="3350" spc="195">
                <a:latin typeface="SimSun"/>
                <a:cs typeface="SimSun"/>
              </a:rPr>
              <a:t>E</a:t>
            </a:r>
            <a:r>
              <a:rPr dirty="0" sz="3350" spc="275">
                <a:latin typeface="SimSun"/>
                <a:cs typeface="SimSun"/>
              </a:rPr>
              <a:t>A</a:t>
            </a:r>
            <a:r>
              <a:rPr dirty="0" sz="3350" spc="405">
                <a:latin typeface="SimSun"/>
                <a:cs typeface="SimSun"/>
              </a:rPr>
              <a:t>T</a:t>
            </a:r>
            <a:r>
              <a:rPr dirty="0" sz="3350" spc="455">
                <a:latin typeface="SimSun"/>
                <a:cs typeface="SimSun"/>
              </a:rPr>
              <a:t>U</a:t>
            </a:r>
            <a:r>
              <a:rPr dirty="0" sz="3350" spc="440">
                <a:latin typeface="SimSun"/>
                <a:cs typeface="SimSun"/>
              </a:rPr>
              <a:t>R</a:t>
            </a:r>
            <a:r>
              <a:rPr dirty="0" sz="3350" spc="195">
                <a:latin typeface="SimSun"/>
                <a:cs typeface="SimSun"/>
              </a:rPr>
              <a:t>E</a:t>
            </a:r>
            <a:r>
              <a:rPr dirty="0" sz="3350" spc="80">
                <a:latin typeface="SimSun"/>
                <a:cs typeface="SimSun"/>
              </a:rPr>
              <a:t>S</a:t>
            </a:r>
            <a:r>
              <a:rPr dirty="0" sz="3350" spc="-940">
                <a:latin typeface="SimSun"/>
                <a:cs typeface="SimSun"/>
              </a:rPr>
              <a:t> </a:t>
            </a:r>
            <a:r>
              <a:rPr dirty="0" sz="3350" spc="-665">
                <a:latin typeface="SimSun"/>
                <a:cs typeface="SimSun"/>
              </a:rPr>
              <a:t>:</a:t>
            </a:r>
            <a:endParaRPr sz="3350">
              <a:latin typeface="SimSun"/>
              <a:cs typeface="SimSu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333458" y="3077646"/>
            <a:ext cx="4048125" cy="95250"/>
          </a:xfrm>
          <a:custGeom>
            <a:avLst/>
            <a:gdLst/>
            <a:ahLst/>
            <a:cxnLst/>
            <a:rect l="l" t="t" r="r" b="b"/>
            <a:pathLst>
              <a:path w="4048125" h="95250">
                <a:moveTo>
                  <a:pt x="4048124" y="95249"/>
                </a:moveTo>
                <a:lnTo>
                  <a:pt x="0" y="95249"/>
                </a:lnTo>
                <a:lnTo>
                  <a:pt x="0" y="0"/>
                </a:lnTo>
                <a:lnTo>
                  <a:pt x="4048124" y="0"/>
                </a:lnTo>
                <a:lnTo>
                  <a:pt x="4048124" y="95249"/>
                </a:lnTo>
                <a:close/>
              </a:path>
            </a:pathLst>
          </a:custGeom>
          <a:solidFill>
            <a:srgbClr val="6FB0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0" y="62633"/>
            <a:ext cx="2938780" cy="5876925"/>
          </a:xfrm>
          <a:custGeom>
            <a:avLst/>
            <a:gdLst/>
            <a:ahLst/>
            <a:cxnLst/>
            <a:rect l="l" t="t" r="r" b="b"/>
            <a:pathLst>
              <a:path w="2938780" h="5876925">
                <a:moveTo>
                  <a:pt x="0" y="5876620"/>
                </a:moveTo>
                <a:lnTo>
                  <a:pt x="0" y="0"/>
                </a:lnTo>
                <a:lnTo>
                  <a:pt x="2938310" y="2937170"/>
                </a:lnTo>
                <a:lnTo>
                  <a:pt x="0" y="5876620"/>
                </a:lnTo>
                <a:close/>
              </a:path>
            </a:pathLst>
          </a:custGeom>
          <a:solidFill>
            <a:srgbClr val="484B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0" y="6216954"/>
            <a:ext cx="3863975" cy="4070350"/>
          </a:xfrm>
          <a:custGeom>
            <a:avLst/>
            <a:gdLst/>
            <a:ahLst/>
            <a:cxnLst/>
            <a:rect l="l" t="t" r="r" b="b"/>
            <a:pathLst>
              <a:path w="3863975" h="4070350">
                <a:moveTo>
                  <a:pt x="3018027" y="4070045"/>
                </a:moveTo>
                <a:lnTo>
                  <a:pt x="0" y="4070045"/>
                </a:lnTo>
                <a:lnTo>
                  <a:pt x="0" y="639648"/>
                </a:lnTo>
                <a:lnTo>
                  <a:pt x="639648" y="0"/>
                </a:lnTo>
                <a:lnTo>
                  <a:pt x="3863861" y="3224212"/>
                </a:lnTo>
                <a:lnTo>
                  <a:pt x="3018027" y="4070045"/>
                </a:lnTo>
                <a:close/>
              </a:path>
            </a:pathLst>
          </a:custGeom>
          <a:solidFill>
            <a:srgbClr val="6FB0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582297" y="3954829"/>
            <a:ext cx="48895" cy="28575"/>
          </a:xfrm>
          <a:custGeom>
            <a:avLst/>
            <a:gdLst/>
            <a:ahLst/>
            <a:cxnLst/>
            <a:rect l="l" t="t" r="r" b="b"/>
            <a:pathLst>
              <a:path w="48895" h="28575">
                <a:moveTo>
                  <a:pt x="48542" y="28574"/>
                </a:moveTo>
                <a:lnTo>
                  <a:pt x="0" y="28574"/>
                </a:lnTo>
                <a:lnTo>
                  <a:pt x="0" y="0"/>
                </a:lnTo>
                <a:lnTo>
                  <a:pt x="48542" y="0"/>
                </a:lnTo>
                <a:lnTo>
                  <a:pt x="48542" y="28574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200436" y="4840654"/>
            <a:ext cx="2136775" cy="28575"/>
          </a:xfrm>
          <a:custGeom>
            <a:avLst/>
            <a:gdLst/>
            <a:ahLst/>
            <a:cxnLst/>
            <a:rect l="l" t="t" r="r" b="b"/>
            <a:pathLst>
              <a:path w="2136775" h="28575">
                <a:moveTo>
                  <a:pt x="2136711" y="0"/>
                </a:moveTo>
                <a:lnTo>
                  <a:pt x="1512443" y="0"/>
                </a:lnTo>
                <a:lnTo>
                  <a:pt x="1312595" y="0"/>
                </a:lnTo>
                <a:lnTo>
                  <a:pt x="556615" y="0"/>
                </a:lnTo>
                <a:lnTo>
                  <a:pt x="0" y="0"/>
                </a:lnTo>
                <a:lnTo>
                  <a:pt x="0" y="28575"/>
                </a:lnTo>
                <a:lnTo>
                  <a:pt x="556615" y="28575"/>
                </a:lnTo>
                <a:lnTo>
                  <a:pt x="1312595" y="28575"/>
                </a:lnTo>
                <a:lnTo>
                  <a:pt x="1512443" y="28575"/>
                </a:lnTo>
                <a:lnTo>
                  <a:pt x="2136711" y="28575"/>
                </a:lnTo>
                <a:lnTo>
                  <a:pt x="2136711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476949" y="3553605"/>
            <a:ext cx="9007475" cy="401256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>
              <a:lnSpc>
                <a:spcPct val="101299"/>
              </a:lnSpc>
              <a:spcBef>
                <a:spcPts val="65"/>
              </a:spcBef>
              <a:tabLst>
                <a:tab pos="963294" algn="l"/>
                <a:tab pos="2326640" algn="l"/>
                <a:tab pos="3302000" algn="l"/>
                <a:tab pos="4010660" algn="l"/>
                <a:tab pos="5031105" algn="l"/>
                <a:tab pos="5860415" algn="l"/>
                <a:tab pos="6609715" algn="l"/>
                <a:tab pos="7804784" algn="l"/>
                <a:tab pos="8684895" algn="l"/>
              </a:tabLst>
            </a:pPr>
            <a:r>
              <a:rPr dirty="0" u="heavy" sz="2900" spc="-355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C</a:t>
            </a:r>
            <a:r>
              <a:rPr dirty="0" u="heavy" sz="2900" spc="10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o</a:t>
            </a:r>
            <a:r>
              <a:rPr dirty="0" u="heavy" sz="2900" spc="-40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d</a:t>
            </a:r>
            <a:r>
              <a:rPr dirty="0" u="heavy" sz="2900" spc="45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e</a:t>
            </a:r>
            <a:r>
              <a:rPr dirty="0" u="heavy" sz="2900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2900" spc="-350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E</a:t>
            </a:r>
            <a:r>
              <a:rPr dirty="0" u="heavy" sz="2900" spc="-40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d</a:t>
            </a:r>
            <a:r>
              <a:rPr dirty="0" u="heavy" sz="2900" spc="10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u="heavy" sz="2900" spc="-5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t</a:t>
            </a:r>
            <a:r>
              <a:rPr dirty="0" u="heavy" sz="2900" spc="10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u="heavy" sz="2900" spc="-10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n</a:t>
            </a:r>
            <a:r>
              <a:rPr dirty="0" sz="2900" spc="-60" b="1">
                <a:solidFill>
                  <a:srgbClr val="ECECEC"/>
                </a:solidFill>
                <a:latin typeface="Times New Roman"/>
                <a:cs typeface="Times New Roman"/>
              </a:rPr>
              <a:t>g</a:t>
            </a:r>
            <a:r>
              <a:rPr dirty="0" sz="2900" spc="-385" b="1">
                <a:solidFill>
                  <a:srgbClr val="ECECEC"/>
                </a:solidFill>
                <a:latin typeface="Times New Roman"/>
                <a:cs typeface="Times New Roman"/>
              </a:rPr>
              <a:t>:</a:t>
            </a:r>
            <a:r>
              <a:rPr dirty="0" sz="2900" b="1">
                <a:solidFill>
                  <a:srgbClr val="ECECEC"/>
                </a:solidFill>
                <a:latin typeface="Times New Roman"/>
                <a:cs typeface="Times New Roman"/>
              </a:rPr>
              <a:t>	</a:t>
            </a:r>
            <a:r>
              <a:rPr dirty="0" sz="2900" spc="155">
                <a:solidFill>
                  <a:srgbClr val="ECECEC"/>
                </a:solidFill>
                <a:latin typeface="Times New Roman"/>
                <a:cs typeface="Times New Roman"/>
              </a:rPr>
              <a:t>u</a:t>
            </a:r>
            <a:r>
              <a:rPr dirty="0" sz="2900">
                <a:solidFill>
                  <a:srgbClr val="ECECEC"/>
                </a:solidFill>
                <a:latin typeface="Times New Roman"/>
                <a:cs typeface="Times New Roman"/>
              </a:rPr>
              <a:t>s</a:t>
            </a:r>
            <a:r>
              <a:rPr dirty="0" sz="2900" spc="25">
                <a:solidFill>
                  <a:srgbClr val="ECECEC"/>
                </a:solidFill>
                <a:latin typeface="Times New Roman"/>
                <a:cs typeface="Times New Roman"/>
              </a:rPr>
              <a:t>e</a:t>
            </a:r>
            <a:r>
              <a:rPr dirty="0" sz="2900" spc="145">
                <a:solidFill>
                  <a:srgbClr val="ECECEC"/>
                </a:solidFill>
                <a:latin typeface="Times New Roman"/>
                <a:cs typeface="Times New Roman"/>
              </a:rPr>
              <a:t>r</a:t>
            </a:r>
            <a:r>
              <a:rPr dirty="0" sz="2900" spc="5">
                <a:solidFill>
                  <a:srgbClr val="ECECEC"/>
                </a:solidFill>
                <a:latin typeface="Times New Roman"/>
                <a:cs typeface="Times New Roman"/>
              </a:rPr>
              <a:t>s</a:t>
            </a:r>
            <a:r>
              <a:rPr dirty="0" sz="2900">
                <a:solidFill>
                  <a:srgbClr val="ECECEC"/>
                </a:solidFill>
                <a:latin typeface="Times New Roman"/>
                <a:cs typeface="Times New Roman"/>
              </a:rPr>
              <a:t>	</a:t>
            </a:r>
            <a:r>
              <a:rPr dirty="0" sz="2900" spc="-60">
                <a:solidFill>
                  <a:srgbClr val="ECECEC"/>
                </a:solidFill>
                <a:latin typeface="Times New Roman"/>
                <a:cs typeface="Times New Roman"/>
              </a:rPr>
              <a:t>c</a:t>
            </a:r>
            <a:r>
              <a:rPr dirty="0" sz="2900" spc="75">
                <a:solidFill>
                  <a:srgbClr val="ECECEC"/>
                </a:solidFill>
                <a:latin typeface="Times New Roman"/>
                <a:cs typeface="Times New Roman"/>
              </a:rPr>
              <a:t>a</a:t>
            </a:r>
            <a:r>
              <a:rPr dirty="0" sz="2900" spc="160">
                <a:solidFill>
                  <a:srgbClr val="ECECEC"/>
                </a:solidFill>
                <a:latin typeface="Times New Roman"/>
                <a:cs typeface="Times New Roman"/>
              </a:rPr>
              <a:t>n</a:t>
            </a:r>
            <a:r>
              <a:rPr dirty="0" sz="2900">
                <a:solidFill>
                  <a:srgbClr val="ECECEC"/>
                </a:solidFill>
                <a:latin typeface="Times New Roman"/>
                <a:cs typeface="Times New Roman"/>
              </a:rPr>
              <a:t>	</a:t>
            </a:r>
            <a:r>
              <a:rPr dirty="0" sz="2900" spc="-160">
                <a:solidFill>
                  <a:srgbClr val="ECECEC"/>
                </a:solidFill>
                <a:latin typeface="Times New Roman"/>
                <a:cs typeface="Times New Roman"/>
              </a:rPr>
              <a:t>w</a:t>
            </a:r>
            <a:r>
              <a:rPr dirty="0" sz="2900" spc="145">
                <a:solidFill>
                  <a:srgbClr val="ECECEC"/>
                </a:solidFill>
                <a:latin typeface="Times New Roman"/>
                <a:cs typeface="Times New Roman"/>
              </a:rPr>
              <a:t>r</a:t>
            </a:r>
            <a:r>
              <a:rPr dirty="0" sz="2900" spc="10">
                <a:solidFill>
                  <a:srgbClr val="ECECEC"/>
                </a:solidFill>
                <a:latin typeface="Times New Roman"/>
                <a:cs typeface="Times New Roman"/>
              </a:rPr>
              <a:t>i</a:t>
            </a:r>
            <a:r>
              <a:rPr dirty="0" sz="2900" spc="110">
                <a:solidFill>
                  <a:srgbClr val="ECECEC"/>
                </a:solidFill>
                <a:latin typeface="Times New Roman"/>
                <a:cs typeface="Times New Roman"/>
              </a:rPr>
              <a:t>t</a:t>
            </a:r>
            <a:r>
              <a:rPr dirty="0" sz="2900" spc="25">
                <a:solidFill>
                  <a:srgbClr val="ECECEC"/>
                </a:solidFill>
                <a:latin typeface="Times New Roman"/>
                <a:cs typeface="Times New Roman"/>
              </a:rPr>
              <a:t>e</a:t>
            </a:r>
            <a:r>
              <a:rPr dirty="0" sz="2900" spc="-180">
                <a:solidFill>
                  <a:srgbClr val="ECECEC"/>
                </a:solidFill>
                <a:latin typeface="Times New Roman"/>
                <a:cs typeface="Times New Roman"/>
              </a:rPr>
              <a:t>,</a:t>
            </a:r>
            <a:r>
              <a:rPr dirty="0" sz="2900">
                <a:solidFill>
                  <a:srgbClr val="ECECEC"/>
                </a:solidFill>
                <a:latin typeface="Times New Roman"/>
                <a:cs typeface="Times New Roman"/>
              </a:rPr>
              <a:t>	</a:t>
            </a:r>
            <a:r>
              <a:rPr dirty="0" sz="2900" spc="25">
                <a:solidFill>
                  <a:srgbClr val="ECECEC"/>
                </a:solidFill>
                <a:latin typeface="Times New Roman"/>
                <a:cs typeface="Times New Roman"/>
              </a:rPr>
              <a:t>e</a:t>
            </a:r>
            <a:r>
              <a:rPr dirty="0" sz="2900" spc="100">
                <a:solidFill>
                  <a:srgbClr val="ECECEC"/>
                </a:solidFill>
                <a:latin typeface="Times New Roman"/>
                <a:cs typeface="Times New Roman"/>
              </a:rPr>
              <a:t>d</a:t>
            </a:r>
            <a:r>
              <a:rPr dirty="0" sz="2900" spc="10">
                <a:solidFill>
                  <a:srgbClr val="ECECEC"/>
                </a:solidFill>
                <a:latin typeface="Times New Roman"/>
                <a:cs typeface="Times New Roman"/>
              </a:rPr>
              <a:t>i</a:t>
            </a:r>
            <a:r>
              <a:rPr dirty="0" sz="2900" spc="110">
                <a:solidFill>
                  <a:srgbClr val="ECECEC"/>
                </a:solidFill>
                <a:latin typeface="Times New Roman"/>
                <a:cs typeface="Times New Roman"/>
              </a:rPr>
              <a:t>t</a:t>
            </a:r>
            <a:r>
              <a:rPr dirty="0" sz="2900" spc="-180">
                <a:solidFill>
                  <a:srgbClr val="ECECEC"/>
                </a:solidFill>
                <a:latin typeface="Times New Roman"/>
                <a:cs typeface="Times New Roman"/>
              </a:rPr>
              <a:t>,</a:t>
            </a:r>
            <a:r>
              <a:rPr dirty="0" sz="2900">
                <a:solidFill>
                  <a:srgbClr val="ECECEC"/>
                </a:solidFill>
                <a:latin typeface="Times New Roman"/>
                <a:cs typeface="Times New Roman"/>
              </a:rPr>
              <a:t>	</a:t>
            </a:r>
            <a:r>
              <a:rPr dirty="0" sz="2900" spc="75">
                <a:solidFill>
                  <a:srgbClr val="ECECEC"/>
                </a:solidFill>
                <a:latin typeface="Times New Roman"/>
                <a:cs typeface="Times New Roman"/>
              </a:rPr>
              <a:t>a</a:t>
            </a:r>
            <a:r>
              <a:rPr dirty="0" sz="2900" spc="155">
                <a:solidFill>
                  <a:srgbClr val="ECECEC"/>
                </a:solidFill>
                <a:latin typeface="Times New Roman"/>
                <a:cs typeface="Times New Roman"/>
              </a:rPr>
              <a:t>n</a:t>
            </a:r>
            <a:r>
              <a:rPr dirty="0" sz="2900" spc="105">
                <a:solidFill>
                  <a:srgbClr val="ECECEC"/>
                </a:solidFill>
                <a:latin typeface="Times New Roman"/>
                <a:cs typeface="Times New Roman"/>
              </a:rPr>
              <a:t>d</a:t>
            </a:r>
            <a:r>
              <a:rPr dirty="0" sz="2900">
                <a:solidFill>
                  <a:srgbClr val="ECECEC"/>
                </a:solidFill>
                <a:latin typeface="Times New Roman"/>
                <a:cs typeface="Times New Roman"/>
              </a:rPr>
              <a:t>	</a:t>
            </a:r>
            <a:r>
              <a:rPr dirty="0" sz="2900" spc="-110">
                <a:solidFill>
                  <a:srgbClr val="ECECEC"/>
                </a:solidFill>
                <a:latin typeface="Times New Roman"/>
                <a:cs typeface="Times New Roman"/>
              </a:rPr>
              <a:t>f</a:t>
            </a:r>
            <a:r>
              <a:rPr dirty="0" sz="2900">
                <a:solidFill>
                  <a:srgbClr val="ECECEC"/>
                </a:solidFill>
                <a:latin typeface="Times New Roman"/>
                <a:cs typeface="Times New Roman"/>
              </a:rPr>
              <a:t>o</a:t>
            </a:r>
            <a:r>
              <a:rPr dirty="0" sz="2900" spc="145">
                <a:solidFill>
                  <a:srgbClr val="ECECEC"/>
                </a:solidFill>
                <a:latin typeface="Times New Roman"/>
                <a:cs typeface="Times New Roman"/>
              </a:rPr>
              <a:t>r</a:t>
            </a:r>
            <a:r>
              <a:rPr dirty="0" sz="2900" spc="55">
                <a:solidFill>
                  <a:srgbClr val="ECECEC"/>
                </a:solidFill>
                <a:latin typeface="Times New Roman"/>
                <a:cs typeface="Times New Roman"/>
              </a:rPr>
              <a:t>m</a:t>
            </a:r>
            <a:r>
              <a:rPr dirty="0" sz="2900" spc="75">
                <a:solidFill>
                  <a:srgbClr val="ECECEC"/>
                </a:solidFill>
                <a:latin typeface="Times New Roman"/>
                <a:cs typeface="Times New Roman"/>
              </a:rPr>
              <a:t>a</a:t>
            </a:r>
            <a:r>
              <a:rPr dirty="0" sz="2900" spc="114">
                <a:solidFill>
                  <a:srgbClr val="ECECEC"/>
                </a:solidFill>
                <a:latin typeface="Times New Roman"/>
                <a:cs typeface="Times New Roman"/>
              </a:rPr>
              <a:t>t</a:t>
            </a:r>
            <a:r>
              <a:rPr dirty="0" sz="2900">
                <a:solidFill>
                  <a:srgbClr val="ECECEC"/>
                </a:solidFill>
                <a:latin typeface="Times New Roman"/>
                <a:cs typeface="Times New Roman"/>
              </a:rPr>
              <a:t>	</a:t>
            </a:r>
            <a:r>
              <a:rPr dirty="0" sz="2900" spc="-60">
                <a:solidFill>
                  <a:srgbClr val="ECECEC"/>
                </a:solidFill>
                <a:latin typeface="Times New Roman"/>
                <a:cs typeface="Times New Roman"/>
              </a:rPr>
              <a:t>c</a:t>
            </a:r>
            <a:r>
              <a:rPr dirty="0" sz="2900">
                <a:solidFill>
                  <a:srgbClr val="ECECEC"/>
                </a:solidFill>
                <a:latin typeface="Times New Roman"/>
                <a:cs typeface="Times New Roman"/>
              </a:rPr>
              <a:t>o</a:t>
            </a:r>
            <a:r>
              <a:rPr dirty="0" sz="2900" spc="100">
                <a:solidFill>
                  <a:srgbClr val="ECECEC"/>
                </a:solidFill>
                <a:latin typeface="Times New Roman"/>
                <a:cs typeface="Times New Roman"/>
              </a:rPr>
              <a:t>d</a:t>
            </a:r>
            <a:r>
              <a:rPr dirty="0" sz="2900" spc="30">
                <a:solidFill>
                  <a:srgbClr val="ECECEC"/>
                </a:solidFill>
                <a:latin typeface="Times New Roman"/>
                <a:cs typeface="Times New Roman"/>
              </a:rPr>
              <a:t>e</a:t>
            </a:r>
            <a:r>
              <a:rPr dirty="0" sz="2900">
                <a:solidFill>
                  <a:srgbClr val="ECECEC"/>
                </a:solidFill>
                <a:latin typeface="Times New Roman"/>
                <a:cs typeface="Times New Roman"/>
              </a:rPr>
              <a:t>	</a:t>
            </a:r>
            <a:r>
              <a:rPr dirty="0" sz="2900" spc="10">
                <a:solidFill>
                  <a:srgbClr val="ECECEC"/>
                </a:solidFill>
                <a:latin typeface="Times New Roman"/>
                <a:cs typeface="Times New Roman"/>
              </a:rPr>
              <a:t>i</a:t>
            </a:r>
            <a:r>
              <a:rPr dirty="0" sz="2900" spc="105">
                <a:solidFill>
                  <a:srgbClr val="ECECEC"/>
                </a:solidFill>
                <a:latin typeface="Times New Roman"/>
                <a:cs typeface="Times New Roman"/>
              </a:rPr>
              <a:t>n  </a:t>
            </a:r>
            <a:r>
              <a:rPr dirty="0" sz="2900" spc="35">
                <a:solidFill>
                  <a:srgbClr val="ECECEC"/>
                </a:solidFill>
                <a:latin typeface="Times New Roman"/>
                <a:cs typeface="Times New Roman"/>
              </a:rPr>
              <a:t>various</a:t>
            </a:r>
            <a:r>
              <a:rPr dirty="0" sz="2900" spc="-180">
                <a:solidFill>
                  <a:srgbClr val="ECECEC"/>
                </a:solidFill>
                <a:latin typeface="Times New Roman"/>
                <a:cs typeface="Times New Roman"/>
              </a:rPr>
              <a:t> </a:t>
            </a:r>
            <a:r>
              <a:rPr dirty="0" sz="2900" spc="50">
                <a:solidFill>
                  <a:srgbClr val="ECECEC"/>
                </a:solidFill>
                <a:latin typeface="Times New Roman"/>
                <a:cs typeface="Times New Roman"/>
              </a:rPr>
              <a:t>programming</a:t>
            </a:r>
            <a:endParaRPr sz="2900">
              <a:latin typeface="Times New Roman"/>
              <a:cs typeface="Times New Roman"/>
            </a:endParaRPr>
          </a:p>
          <a:p>
            <a:pPr marL="12700" marR="5080">
              <a:lnSpc>
                <a:spcPts val="3529"/>
              </a:lnSpc>
              <a:spcBef>
                <a:spcPts val="45"/>
              </a:spcBef>
            </a:pPr>
            <a:r>
              <a:rPr dirty="0" u="heavy" sz="2900" spc="-90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Multi-Lan</a:t>
            </a:r>
            <a:r>
              <a:rPr dirty="0" sz="2900" spc="-90" b="1">
                <a:solidFill>
                  <a:srgbClr val="ECECEC"/>
                </a:solidFill>
                <a:latin typeface="Times New Roman"/>
                <a:cs typeface="Times New Roman"/>
              </a:rPr>
              <a:t>guage</a:t>
            </a:r>
            <a:r>
              <a:rPr dirty="0" sz="2900" spc="125" b="1">
                <a:solidFill>
                  <a:srgbClr val="ECECEC"/>
                </a:solidFill>
                <a:latin typeface="Times New Roman"/>
                <a:cs typeface="Times New Roman"/>
              </a:rPr>
              <a:t> </a:t>
            </a:r>
            <a:r>
              <a:rPr dirty="0" sz="2900" spc="-90" b="1">
                <a:solidFill>
                  <a:srgbClr val="ECECEC"/>
                </a:solidFill>
                <a:latin typeface="Times New Roman"/>
                <a:cs typeface="Times New Roman"/>
              </a:rPr>
              <a:t>Support:</a:t>
            </a:r>
            <a:r>
              <a:rPr dirty="0" sz="2900" spc="125" b="1">
                <a:solidFill>
                  <a:srgbClr val="ECECEC"/>
                </a:solidFill>
                <a:latin typeface="Times New Roman"/>
                <a:cs typeface="Times New Roman"/>
              </a:rPr>
              <a:t> </a:t>
            </a:r>
            <a:r>
              <a:rPr dirty="0" sz="2900" spc="100">
                <a:solidFill>
                  <a:srgbClr val="ECECEC"/>
                </a:solidFill>
                <a:latin typeface="Times New Roman"/>
                <a:cs typeface="Times New Roman"/>
              </a:rPr>
              <a:t>the</a:t>
            </a:r>
            <a:r>
              <a:rPr dirty="0" sz="2900" spc="125">
                <a:solidFill>
                  <a:srgbClr val="ECECEC"/>
                </a:solidFill>
                <a:latin typeface="Times New Roman"/>
                <a:cs typeface="Times New Roman"/>
              </a:rPr>
              <a:t> </a:t>
            </a:r>
            <a:r>
              <a:rPr dirty="0" sz="2900" spc="65">
                <a:solidFill>
                  <a:srgbClr val="ECECEC"/>
                </a:solidFill>
                <a:latin typeface="Times New Roman"/>
                <a:cs typeface="Times New Roman"/>
              </a:rPr>
              <a:t>editor</a:t>
            </a:r>
            <a:r>
              <a:rPr dirty="0" sz="2900" spc="125">
                <a:solidFill>
                  <a:srgbClr val="ECECEC"/>
                </a:solidFill>
                <a:latin typeface="Times New Roman"/>
                <a:cs typeface="Times New Roman"/>
              </a:rPr>
              <a:t> </a:t>
            </a:r>
            <a:r>
              <a:rPr dirty="0" sz="2900" spc="80">
                <a:solidFill>
                  <a:srgbClr val="ECECEC"/>
                </a:solidFill>
                <a:latin typeface="Times New Roman"/>
                <a:cs typeface="Times New Roman"/>
              </a:rPr>
              <a:t>supports</a:t>
            </a:r>
            <a:r>
              <a:rPr dirty="0" sz="2900" spc="130">
                <a:solidFill>
                  <a:srgbClr val="ECECEC"/>
                </a:solidFill>
                <a:latin typeface="Times New Roman"/>
                <a:cs typeface="Times New Roman"/>
              </a:rPr>
              <a:t> </a:t>
            </a:r>
            <a:r>
              <a:rPr dirty="0" sz="2900" spc="80">
                <a:solidFill>
                  <a:srgbClr val="ECECEC"/>
                </a:solidFill>
                <a:latin typeface="Times New Roman"/>
                <a:cs typeface="Times New Roman"/>
              </a:rPr>
              <a:t>a</a:t>
            </a:r>
            <a:r>
              <a:rPr dirty="0" sz="2900" spc="125">
                <a:solidFill>
                  <a:srgbClr val="ECECEC"/>
                </a:solidFill>
                <a:latin typeface="Times New Roman"/>
                <a:cs typeface="Times New Roman"/>
              </a:rPr>
              <a:t> </a:t>
            </a:r>
            <a:r>
              <a:rPr dirty="0" sz="2900" spc="-5">
                <a:solidFill>
                  <a:srgbClr val="ECECEC"/>
                </a:solidFill>
                <a:latin typeface="Times New Roman"/>
                <a:cs typeface="Times New Roman"/>
              </a:rPr>
              <a:t>wide</a:t>
            </a:r>
            <a:r>
              <a:rPr dirty="0" sz="2900" spc="125">
                <a:solidFill>
                  <a:srgbClr val="ECECEC"/>
                </a:solidFill>
                <a:latin typeface="Times New Roman"/>
                <a:cs typeface="Times New Roman"/>
              </a:rPr>
              <a:t> </a:t>
            </a:r>
            <a:r>
              <a:rPr dirty="0" sz="2900" spc="60">
                <a:solidFill>
                  <a:srgbClr val="ECECEC"/>
                </a:solidFill>
                <a:latin typeface="Times New Roman"/>
                <a:cs typeface="Times New Roman"/>
              </a:rPr>
              <a:t>range </a:t>
            </a:r>
            <a:r>
              <a:rPr dirty="0" sz="2900" spc="-710">
                <a:solidFill>
                  <a:srgbClr val="ECECEC"/>
                </a:solidFill>
                <a:latin typeface="Times New Roman"/>
                <a:cs typeface="Times New Roman"/>
              </a:rPr>
              <a:t> </a:t>
            </a:r>
            <a:r>
              <a:rPr dirty="0" sz="2900">
                <a:solidFill>
                  <a:srgbClr val="ECECEC"/>
                </a:solidFill>
                <a:latin typeface="Times New Roman"/>
                <a:cs typeface="Times New Roman"/>
              </a:rPr>
              <a:t>o</a:t>
            </a:r>
            <a:r>
              <a:rPr dirty="0" sz="2900" spc="-105">
                <a:solidFill>
                  <a:srgbClr val="ECECEC"/>
                </a:solidFill>
                <a:latin typeface="Times New Roman"/>
                <a:cs typeface="Times New Roman"/>
              </a:rPr>
              <a:t>f</a:t>
            </a:r>
            <a:r>
              <a:rPr dirty="0" sz="2900" spc="-175">
                <a:solidFill>
                  <a:srgbClr val="ECECEC"/>
                </a:solidFill>
                <a:latin typeface="Times New Roman"/>
                <a:cs typeface="Times New Roman"/>
              </a:rPr>
              <a:t> </a:t>
            </a:r>
            <a:r>
              <a:rPr dirty="0" sz="2900" spc="105">
                <a:solidFill>
                  <a:srgbClr val="ECECEC"/>
                </a:solidFill>
                <a:latin typeface="Times New Roman"/>
                <a:cs typeface="Times New Roman"/>
              </a:rPr>
              <a:t>p</a:t>
            </a:r>
            <a:r>
              <a:rPr dirty="0" sz="2900" spc="145">
                <a:solidFill>
                  <a:srgbClr val="ECECEC"/>
                </a:solidFill>
                <a:latin typeface="Times New Roman"/>
                <a:cs typeface="Times New Roman"/>
              </a:rPr>
              <a:t>r</a:t>
            </a:r>
            <a:r>
              <a:rPr dirty="0" sz="2900">
                <a:solidFill>
                  <a:srgbClr val="ECECEC"/>
                </a:solidFill>
                <a:latin typeface="Times New Roman"/>
                <a:cs typeface="Times New Roman"/>
              </a:rPr>
              <a:t>o</a:t>
            </a:r>
            <a:r>
              <a:rPr dirty="0" sz="2900" spc="-90">
                <a:solidFill>
                  <a:srgbClr val="ECECEC"/>
                </a:solidFill>
                <a:latin typeface="Times New Roman"/>
                <a:cs typeface="Times New Roman"/>
              </a:rPr>
              <a:t>g</a:t>
            </a:r>
            <a:r>
              <a:rPr dirty="0" sz="2900" spc="145">
                <a:solidFill>
                  <a:srgbClr val="ECECEC"/>
                </a:solidFill>
                <a:latin typeface="Times New Roman"/>
                <a:cs typeface="Times New Roman"/>
              </a:rPr>
              <a:t>r</a:t>
            </a:r>
            <a:r>
              <a:rPr dirty="0" sz="2900" spc="75">
                <a:solidFill>
                  <a:srgbClr val="ECECEC"/>
                </a:solidFill>
                <a:latin typeface="Times New Roman"/>
                <a:cs typeface="Times New Roman"/>
              </a:rPr>
              <a:t>a</a:t>
            </a:r>
            <a:r>
              <a:rPr dirty="0" sz="2900" spc="55">
                <a:solidFill>
                  <a:srgbClr val="ECECEC"/>
                </a:solidFill>
                <a:latin typeface="Times New Roman"/>
                <a:cs typeface="Times New Roman"/>
              </a:rPr>
              <a:t>mm</a:t>
            </a:r>
            <a:r>
              <a:rPr dirty="0" sz="2900" spc="10">
                <a:solidFill>
                  <a:srgbClr val="ECECEC"/>
                </a:solidFill>
                <a:latin typeface="Times New Roman"/>
                <a:cs typeface="Times New Roman"/>
              </a:rPr>
              <a:t>i</a:t>
            </a:r>
            <a:r>
              <a:rPr dirty="0" sz="2900" spc="155">
                <a:solidFill>
                  <a:srgbClr val="ECECEC"/>
                </a:solidFill>
                <a:latin typeface="Times New Roman"/>
                <a:cs typeface="Times New Roman"/>
              </a:rPr>
              <a:t>n</a:t>
            </a:r>
            <a:r>
              <a:rPr dirty="0" sz="2900" spc="-85">
                <a:solidFill>
                  <a:srgbClr val="ECECEC"/>
                </a:solidFill>
                <a:latin typeface="Times New Roman"/>
                <a:cs typeface="Times New Roman"/>
              </a:rPr>
              <a:t>g</a:t>
            </a:r>
            <a:r>
              <a:rPr dirty="0" sz="2900" spc="-175">
                <a:solidFill>
                  <a:srgbClr val="ECECEC"/>
                </a:solidFill>
                <a:latin typeface="Times New Roman"/>
                <a:cs typeface="Times New Roman"/>
              </a:rPr>
              <a:t> </a:t>
            </a:r>
            <a:r>
              <a:rPr dirty="0" sz="2900" spc="10">
                <a:solidFill>
                  <a:srgbClr val="ECECEC"/>
                </a:solidFill>
                <a:latin typeface="Times New Roman"/>
                <a:cs typeface="Times New Roman"/>
              </a:rPr>
              <a:t>l</a:t>
            </a:r>
            <a:r>
              <a:rPr dirty="0" sz="2900" spc="75">
                <a:solidFill>
                  <a:srgbClr val="ECECEC"/>
                </a:solidFill>
                <a:latin typeface="Times New Roman"/>
                <a:cs typeface="Times New Roman"/>
              </a:rPr>
              <a:t>a</a:t>
            </a:r>
            <a:r>
              <a:rPr dirty="0" sz="2900" spc="155">
                <a:solidFill>
                  <a:srgbClr val="ECECEC"/>
                </a:solidFill>
                <a:latin typeface="Times New Roman"/>
                <a:cs typeface="Times New Roman"/>
              </a:rPr>
              <a:t>n</a:t>
            </a:r>
            <a:r>
              <a:rPr dirty="0" sz="2900" spc="-90">
                <a:solidFill>
                  <a:srgbClr val="ECECEC"/>
                </a:solidFill>
                <a:latin typeface="Times New Roman"/>
                <a:cs typeface="Times New Roman"/>
              </a:rPr>
              <a:t>g</a:t>
            </a:r>
            <a:r>
              <a:rPr dirty="0" sz="2900" spc="155">
                <a:solidFill>
                  <a:srgbClr val="ECECEC"/>
                </a:solidFill>
                <a:latin typeface="Times New Roman"/>
                <a:cs typeface="Times New Roman"/>
              </a:rPr>
              <a:t>u</a:t>
            </a:r>
            <a:r>
              <a:rPr dirty="0" sz="2900" spc="75">
                <a:solidFill>
                  <a:srgbClr val="ECECEC"/>
                </a:solidFill>
                <a:latin typeface="Times New Roman"/>
                <a:cs typeface="Times New Roman"/>
              </a:rPr>
              <a:t>a</a:t>
            </a:r>
            <a:r>
              <a:rPr dirty="0" sz="2900" spc="-90">
                <a:solidFill>
                  <a:srgbClr val="ECECEC"/>
                </a:solidFill>
                <a:latin typeface="Times New Roman"/>
                <a:cs typeface="Times New Roman"/>
              </a:rPr>
              <a:t>g</a:t>
            </a:r>
            <a:r>
              <a:rPr dirty="0" sz="2900" spc="25">
                <a:solidFill>
                  <a:srgbClr val="ECECEC"/>
                </a:solidFill>
                <a:latin typeface="Times New Roman"/>
                <a:cs typeface="Times New Roman"/>
              </a:rPr>
              <a:t>e</a:t>
            </a:r>
            <a:r>
              <a:rPr dirty="0" sz="2900">
                <a:solidFill>
                  <a:srgbClr val="ECECEC"/>
                </a:solidFill>
                <a:latin typeface="Times New Roman"/>
                <a:cs typeface="Times New Roman"/>
              </a:rPr>
              <a:t>s</a:t>
            </a:r>
            <a:r>
              <a:rPr dirty="0" sz="2900" spc="-155">
                <a:solidFill>
                  <a:srgbClr val="ECECEC"/>
                </a:solidFill>
                <a:latin typeface="Times New Roman"/>
                <a:cs typeface="Times New Roman"/>
              </a:rPr>
              <a:t>.</a:t>
            </a: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ts val="3320"/>
              </a:lnSpc>
              <a:tabLst>
                <a:tab pos="784860" algn="l"/>
                <a:tab pos="2218690" algn="l"/>
                <a:tab pos="3712845" algn="l"/>
                <a:tab pos="5175885" algn="l"/>
                <a:tab pos="5814695" algn="l"/>
                <a:tab pos="6990080" algn="l"/>
                <a:tab pos="7433309" algn="l"/>
                <a:tab pos="8287384" algn="l"/>
              </a:tabLst>
            </a:pPr>
            <a:r>
              <a:rPr dirty="0" u="heavy" sz="2900" spc="-515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L</a:t>
            </a:r>
            <a:r>
              <a:rPr dirty="0" u="heavy" sz="2900" spc="10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u="heavy" sz="2900" spc="-125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v</a:t>
            </a:r>
            <a:r>
              <a:rPr dirty="0" u="heavy" sz="2900" spc="45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e</a:t>
            </a:r>
            <a:r>
              <a:rPr dirty="0" u="heavy" sz="2900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2900" spc="-180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P</a:t>
            </a:r>
            <a:r>
              <a:rPr dirty="0" u="heavy" sz="2900" spc="-145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r</a:t>
            </a:r>
            <a:r>
              <a:rPr dirty="0" u="heavy" sz="2900" spc="40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e</a:t>
            </a:r>
            <a:r>
              <a:rPr dirty="0" u="heavy" sz="2900" spc="-125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v</a:t>
            </a:r>
            <a:r>
              <a:rPr dirty="0" u="heavy" sz="2900" spc="10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u="heavy" sz="2900" spc="40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e</a:t>
            </a:r>
            <a:r>
              <a:rPr dirty="0" u="heavy" sz="2900" spc="-125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w</a:t>
            </a:r>
            <a:r>
              <a:rPr dirty="0" u="heavy" sz="2900" spc="-385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:</a:t>
            </a:r>
            <a:r>
              <a:rPr dirty="0" sz="2900" b="1">
                <a:solidFill>
                  <a:srgbClr val="ECECEC"/>
                </a:solidFill>
                <a:latin typeface="Times New Roman"/>
                <a:cs typeface="Times New Roman"/>
              </a:rPr>
              <a:t>	</a:t>
            </a:r>
            <a:r>
              <a:rPr dirty="0" sz="2900" spc="10">
                <a:solidFill>
                  <a:srgbClr val="ECECEC"/>
                </a:solidFill>
                <a:latin typeface="Times New Roman"/>
                <a:cs typeface="Times New Roman"/>
              </a:rPr>
              <a:t>i</a:t>
            </a:r>
            <a:r>
              <a:rPr dirty="0" sz="2900" spc="155">
                <a:solidFill>
                  <a:srgbClr val="ECECEC"/>
                </a:solidFill>
                <a:latin typeface="Times New Roman"/>
                <a:cs typeface="Times New Roman"/>
              </a:rPr>
              <a:t>n</a:t>
            </a:r>
            <a:r>
              <a:rPr dirty="0" sz="2900">
                <a:solidFill>
                  <a:srgbClr val="ECECEC"/>
                </a:solidFill>
                <a:latin typeface="Times New Roman"/>
                <a:cs typeface="Times New Roman"/>
              </a:rPr>
              <a:t>s</a:t>
            </a:r>
            <a:r>
              <a:rPr dirty="0" sz="2900" spc="110">
                <a:solidFill>
                  <a:srgbClr val="ECECEC"/>
                </a:solidFill>
                <a:latin typeface="Times New Roman"/>
                <a:cs typeface="Times New Roman"/>
              </a:rPr>
              <a:t>t</a:t>
            </a:r>
            <a:r>
              <a:rPr dirty="0" sz="2900" spc="75">
                <a:solidFill>
                  <a:srgbClr val="ECECEC"/>
                </a:solidFill>
                <a:latin typeface="Times New Roman"/>
                <a:cs typeface="Times New Roman"/>
              </a:rPr>
              <a:t>a</a:t>
            </a:r>
            <a:r>
              <a:rPr dirty="0" sz="2900" spc="155">
                <a:solidFill>
                  <a:srgbClr val="ECECEC"/>
                </a:solidFill>
                <a:latin typeface="Times New Roman"/>
                <a:cs typeface="Times New Roman"/>
              </a:rPr>
              <a:t>n</a:t>
            </a:r>
            <a:r>
              <a:rPr dirty="0" sz="2900" spc="110">
                <a:solidFill>
                  <a:srgbClr val="ECECEC"/>
                </a:solidFill>
                <a:latin typeface="Times New Roman"/>
                <a:cs typeface="Times New Roman"/>
              </a:rPr>
              <a:t>t</a:t>
            </a:r>
            <a:r>
              <a:rPr dirty="0" sz="2900" spc="10">
                <a:solidFill>
                  <a:srgbClr val="ECECEC"/>
                </a:solidFill>
                <a:latin typeface="Times New Roman"/>
                <a:cs typeface="Times New Roman"/>
              </a:rPr>
              <a:t>l</a:t>
            </a:r>
            <a:r>
              <a:rPr dirty="0" sz="2900" spc="-75">
                <a:solidFill>
                  <a:srgbClr val="ECECEC"/>
                </a:solidFill>
                <a:latin typeface="Times New Roman"/>
                <a:cs typeface="Times New Roman"/>
              </a:rPr>
              <a:t>y</a:t>
            </a:r>
            <a:r>
              <a:rPr dirty="0" sz="2900">
                <a:solidFill>
                  <a:srgbClr val="ECECEC"/>
                </a:solidFill>
                <a:latin typeface="Times New Roman"/>
                <a:cs typeface="Times New Roman"/>
              </a:rPr>
              <a:t>	</a:t>
            </a:r>
            <a:r>
              <a:rPr dirty="0" sz="2900" spc="-140">
                <a:solidFill>
                  <a:srgbClr val="ECECEC"/>
                </a:solidFill>
                <a:latin typeface="Times New Roman"/>
                <a:cs typeface="Times New Roman"/>
              </a:rPr>
              <a:t>v</a:t>
            </a:r>
            <a:r>
              <a:rPr dirty="0" sz="2900" spc="10">
                <a:solidFill>
                  <a:srgbClr val="ECECEC"/>
                </a:solidFill>
                <a:latin typeface="Times New Roman"/>
                <a:cs typeface="Times New Roman"/>
              </a:rPr>
              <a:t>i</a:t>
            </a:r>
            <a:r>
              <a:rPr dirty="0" sz="2900">
                <a:solidFill>
                  <a:srgbClr val="ECECEC"/>
                </a:solidFill>
                <a:latin typeface="Times New Roman"/>
                <a:cs typeface="Times New Roman"/>
              </a:rPr>
              <a:t>s</a:t>
            </a:r>
            <a:r>
              <a:rPr dirty="0" sz="2900" spc="155">
                <a:solidFill>
                  <a:srgbClr val="ECECEC"/>
                </a:solidFill>
                <a:latin typeface="Times New Roman"/>
                <a:cs typeface="Times New Roman"/>
              </a:rPr>
              <a:t>u</a:t>
            </a:r>
            <a:r>
              <a:rPr dirty="0" sz="2900" spc="75">
                <a:solidFill>
                  <a:srgbClr val="ECECEC"/>
                </a:solidFill>
                <a:latin typeface="Times New Roman"/>
                <a:cs typeface="Times New Roman"/>
              </a:rPr>
              <a:t>a</a:t>
            </a:r>
            <a:r>
              <a:rPr dirty="0" sz="2900" spc="10">
                <a:solidFill>
                  <a:srgbClr val="ECECEC"/>
                </a:solidFill>
                <a:latin typeface="Times New Roman"/>
                <a:cs typeface="Times New Roman"/>
              </a:rPr>
              <a:t>l</a:t>
            </a:r>
            <a:r>
              <a:rPr dirty="0" sz="2900" spc="10">
                <a:solidFill>
                  <a:srgbClr val="ECECEC"/>
                </a:solidFill>
                <a:latin typeface="Times New Roman"/>
                <a:cs typeface="Times New Roman"/>
              </a:rPr>
              <a:t>i</a:t>
            </a:r>
            <a:r>
              <a:rPr dirty="0" sz="2900">
                <a:solidFill>
                  <a:srgbClr val="ECECEC"/>
                </a:solidFill>
                <a:latin typeface="Times New Roman"/>
                <a:cs typeface="Times New Roman"/>
              </a:rPr>
              <a:t>s</a:t>
            </a:r>
            <a:r>
              <a:rPr dirty="0" sz="2900" spc="30">
                <a:solidFill>
                  <a:srgbClr val="ECECEC"/>
                </a:solidFill>
                <a:latin typeface="Times New Roman"/>
                <a:cs typeface="Times New Roman"/>
              </a:rPr>
              <a:t>e</a:t>
            </a:r>
            <a:r>
              <a:rPr dirty="0" sz="2900">
                <a:solidFill>
                  <a:srgbClr val="ECECEC"/>
                </a:solidFill>
                <a:latin typeface="Times New Roman"/>
                <a:cs typeface="Times New Roman"/>
              </a:rPr>
              <a:t>	</a:t>
            </a:r>
            <a:r>
              <a:rPr dirty="0" sz="2900" spc="110">
                <a:solidFill>
                  <a:srgbClr val="ECECEC"/>
                </a:solidFill>
                <a:latin typeface="Times New Roman"/>
                <a:cs typeface="Times New Roman"/>
              </a:rPr>
              <a:t>t</a:t>
            </a:r>
            <a:r>
              <a:rPr dirty="0" sz="2900" spc="165">
                <a:solidFill>
                  <a:srgbClr val="ECECEC"/>
                </a:solidFill>
                <a:latin typeface="Times New Roman"/>
                <a:cs typeface="Times New Roman"/>
              </a:rPr>
              <a:t>h</a:t>
            </a:r>
            <a:r>
              <a:rPr dirty="0" sz="2900" spc="30">
                <a:solidFill>
                  <a:srgbClr val="ECECEC"/>
                </a:solidFill>
                <a:latin typeface="Times New Roman"/>
                <a:cs typeface="Times New Roman"/>
              </a:rPr>
              <a:t>e</a:t>
            </a:r>
            <a:r>
              <a:rPr dirty="0" sz="2900">
                <a:solidFill>
                  <a:srgbClr val="ECECEC"/>
                </a:solidFill>
                <a:latin typeface="Times New Roman"/>
                <a:cs typeface="Times New Roman"/>
              </a:rPr>
              <a:t>	</a:t>
            </a:r>
            <a:r>
              <a:rPr dirty="0" sz="2900">
                <a:solidFill>
                  <a:srgbClr val="ECECEC"/>
                </a:solidFill>
                <a:latin typeface="Times New Roman"/>
                <a:cs typeface="Times New Roman"/>
              </a:rPr>
              <a:t>o</a:t>
            </a:r>
            <a:r>
              <a:rPr dirty="0" sz="2900" spc="155">
                <a:solidFill>
                  <a:srgbClr val="ECECEC"/>
                </a:solidFill>
                <a:latin typeface="Times New Roman"/>
                <a:cs typeface="Times New Roman"/>
              </a:rPr>
              <a:t>u</a:t>
            </a:r>
            <a:r>
              <a:rPr dirty="0" sz="2900" spc="110">
                <a:solidFill>
                  <a:srgbClr val="ECECEC"/>
                </a:solidFill>
                <a:latin typeface="Times New Roman"/>
                <a:cs typeface="Times New Roman"/>
              </a:rPr>
              <a:t>t</a:t>
            </a:r>
            <a:r>
              <a:rPr dirty="0" sz="2900" spc="105">
                <a:solidFill>
                  <a:srgbClr val="ECECEC"/>
                </a:solidFill>
                <a:latin typeface="Times New Roman"/>
                <a:cs typeface="Times New Roman"/>
              </a:rPr>
              <a:t>p</a:t>
            </a:r>
            <a:r>
              <a:rPr dirty="0" sz="2900" spc="155">
                <a:solidFill>
                  <a:srgbClr val="ECECEC"/>
                </a:solidFill>
                <a:latin typeface="Times New Roman"/>
                <a:cs typeface="Times New Roman"/>
              </a:rPr>
              <a:t>u</a:t>
            </a:r>
            <a:r>
              <a:rPr dirty="0" sz="2900" spc="114">
                <a:solidFill>
                  <a:srgbClr val="ECECEC"/>
                </a:solidFill>
                <a:latin typeface="Times New Roman"/>
                <a:cs typeface="Times New Roman"/>
              </a:rPr>
              <a:t>t</a:t>
            </a:r>
            <a:r>
              <a:rPr dirty="0" sz="2900">
                <a:solidFill>
                  <a:srgbClr val="ECECEC"/>
                </a:solidFill>
                <a:latin typeface="Times New Roman"/>
                <a:cs typeface="Times New Roman"/>
              </a:rPr>
              <a:t>	</a:t>
            </a:r>
            <a:r>
              <a:rPr dirty="0" sz="2900">
                <a:solidFill>
                  <a:srgbClr val="ECECEC"/>
                </a:solidFill>
                <a:latin typeface="Times New Roman"/>
                <a:cs typeface="Times New Roman"/>
              </a:rPr>
              <a:t>o</a:t>
            </a:r>
            <a:r>
              <a:rPr dirty="0" sz="2900" spc="-105">
                <a:solidFill>
                  <a:srgbClr val="ECECEC"/>
                </a:solidFill>
                <a:latin typeface="Times New Roman"/>
                <a:cs typeface="Times New Roman"/>
              </a:rPr>
              <a:t>f</a:t>
            </a:r>
            <a:r>
              <a:rPr dirty="0" sz="2900">
                <a:solidFill>
                  <a:srgbClr val="ECECEC"/>
                </a:solidFill>
                <a:latin typeface="Times New Roman"/>
                <a:cs typeface="Times New Roman"/>
              </a:rPr>
              <a:t>	</a:t>
            </a:r>
            <a:r>
              <a:rPr dirty="0" sz="2900" spc="-80">
                <a:solidFill>
                  <a:srgbClr val="ECECEC"/>
                </a:solidFill>
                <a:latin typeface="Times New Roman"/>
                <a:cs typeface="Times New Roman"/>
              </a:rPr>
              <a:t>y</a:t>
            </a:r>
            <a:r>
              <a:rPr dirty="0" sz="2900">
                <a:solidFill>
                  <a:srgbClr val="ECECEC"/>
                </a:solidFill>
                <a:latin typeface="Times New Roman"/>
                <a:cs typeface="Times New Roman"/>
              </a:rPr>
              <a:t>o</a:t>
            </a:r>
            <a:r>
              <a:rPr dirty="0" sz="2900" spc="155">
                <a:solidFill>
                  <a:srgbClr val="ECECEC"/>
                </a:solidFill>
                <a:latin typeface="Times New Roman"/>
                <a:cs typeface="Times New Roman"/>
              </a:rPr>
              <a:t>u</a:t>
            </a:r>
            <a:r>
              <a:rPr dirty="0" sz="2900" spc="150">
                <a:solidFill>
                  <a:srgbClr val="ECECEC"/>
                </a:solidFill>
                <a:latin typeface="Times New Roman"/>
                <a:cs typeface="Times New Roman"/>
              </a:rPr>
              <a:t>r</a:t>
            </a:r>
            <a:r>
              <a:rPr dirty="0" sz="2900">
                <a:solidFill>
                  <a:srgbClr val="ECECEC"/>
                </a:solidFill>
                <a:latin typeface="Times New Roman"/>
                <a:cs typeface="Times New Roman"/>
              </a:rPr>
              <a:t>	</a:t>
            </a:r>
            <a:r>
              <a:rPr dirty="0" sz="2900" spc="-60">
                <a:solidFill>
                  <a:srgbClr val="ECECEC"/>
                </a:solidFill>
                <a:latin typeface="Times New Roman"/>
                <a:cs typeface="Times New Roman"/>
              </a:rPr>
              <a:t>c</a:t>
            </a:r>
            <a:r>
              <a:rPr dirty="0" sz="2900">
                <a:solidFill>
                  <a:srgbClr val="ECECEC"/>
                </a:solidFill>
                <a:latin typeface="Times New Roman"/>
                <a:cs typeface="Times New Roman"/>
              </a:rPr>
              <a:t>o</a:t>
            </a:r>
            <a:r>
              <a:rPr dirty="0" sz="2900" spc="100">
                <a:solidFill>
                  <a:srgbClr val="ECECEC"/>
                </a:solidFill>
                <a:latin typeface="Times New Roman"/>
                <a:cs typeface="Times New Roman"/>
              </a:rPr>
              <a:t>d</a:t>
            </a:r>
            <a:r>
              <a:rPr dirty="0" sz="2900" spc="30">
                <a:solidFill>
                  <a:srgbClr val="ECECEC"/>
                </a:solidFill>
                <a:latin typeface="Times New Roman"/>
                <a:cs typeface="Times New Roman"/>
              </a:rPr>
              <a:t>e</a:t>
            </a: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ts val="3465"/>
              </a:lnSpc>
              <a:spcBef>
                <a:spcPts val="45"/>
              </a:spcBef>
            </a:pPr>
            <a:r>
              <a:rPr dirty="0" sz="2900" spc="-160">
                <a:solidFill>
                  <a:srgbClr val="ECECEC"/>
                </a:solidFill>
                <a:latin typeface="Times New Roman"/>
                <a:cs typeface="Times New Roman"/>
              </a:rPr>
              <a:t>w</a:t>
            </a:r>
            <a:r>
              <a:rPr dirty="0" sz="2900" spc="10">
                <a:solidFill>
                  <a:srgbClr val="ECECEC"/>
                </a:solidFill>
                <a:latin typeface="Times New Roman"/>
                <a:cs typeface="Times New Roman"/>
              </a:rPr>
              <a:t>i</a:t>
            </a:r>
            <a:r>
              <a:rPr dirty="0" sz="2900" spc="110">
                <a:solidFill>
                  <a:srgbClr val="ECECEC"/>
                </a:solidFill>
                <a:latin typeface="Times New Roman"/>
                <a:cs typeface="Times New Roman"/>
              </a:rPr>
              <a:t>t</a:t>
            </a:r>
            <a:r>
              <a:rPr dirty="0" sz="2900" spc="170">
                <a:solidFill>
                  <a:srgbClr val="ECECEC"/>
                </a:solidFill>
                <a:latin typeface="Times New Roman"/>
                <a:cs typeface="Times New Roman"/>
              </a:rPr>
              <a:t>h</a:t>
            </a:r>
            <a:r>
              <a:rPr dirty="0" sz="2900" spc="-175">
                <a:solidFill>
                  <a:srgbClr val="ECECEC"/>
                </a:solidFill>
                <a:latin typeface="Times New Roman"/>
                <a:cs typeface="Times New Roman"/>
              </a:rPr>
              <a:t> </a:t>
            </a:r>
            <a:r>
              <a:rPr dirty="0" sz="2900" spc="80">
                <a:solidFill>
                  <a:srgbClr val="ECECEC"/>
                </a:solidFill>
                <a:latin typeface="Times New Roman"/>
                <a:cs typeface="Times New Roman"/>
              </a:rPr>
              <a:t>a</a:t>
            </a:r>
            <a:r>
              <a:rPr dirty="0" sz="2900" spc="-175">
                <a:solidFill>
                  <a:srgbClr val="ECECEC"/>
                </a:solidFill>
                <a:latin typeface="Times New Roman"/>
                <a:cs typeface="Times New Roman"/>
              </a:rPr>
              <a:t> </a:t>
            </a:r>
            <a:r>
              <a:rPr dirty="0" sz="2900" spc="10">
                <a:solidFill>
                  <a:srgbClr val="ECECEC"/>
                </a:solidFill>
                <a:latin typeface="Times New Roman"/>
                <a:cs typeface="Times New Roman"/>
              </a:rPr>
              <a:t>l</a:t>
            </a:r>
            <a:r>
              <a:rPr dirty="0" sz="2900" spc="10">
                <a:solidFill>
                  <a:srgbClr val="ECECEC"/>
                </a:solidFill>
                <a:latin typeface="Times New Roman"/>
                <a:cs typeface="Times New Roman"/>
              </a:rPr>
              <a:t>i</a:t>
            </a:r>
            <a:r>
              <a:rPr dirty="0" sz="2900" spc="-140">
                <a:solidFill>
                  <a:srgbClr val="ECECEC"/>
                </a:solidFill>
                <a:latin typeface="Times New Roman"/>
                <a:cs typeface="Times New Roman"/>
              </a:rPr>
              <a:t>v</a:t>
            </a:r>
            <a:r>
              <a:rPr dirty="0" sz="2900" spc="30">
                <a:solidFill>
                  <a:srgbClr val="ECECEC"/>
                </a:solidFill>
                <a:latin typeface="Times New Roman"/>
                <a:cs typeface="Times New Roman"/>
              </a:rPr>
              <a:t>e</a:t>
            </a:r>
            <a:r>
              <a:rPr dirty="0" sz="2900" spc="-175">
                <a:solidFill>
                  <a:srgbClr val="ECECEC"/>
                </a:solidFill>
                <a:latin typeface="Times New Roman"/>
                <a:cs typeface="Times New Roman"/>
              </a:rPr>
              <a:t> </a:t>
            </a:r>
            <a:r>
              <a:rPr dirty="0" sz="2900" spc="105">
                <a:solidFill>
                  <a:srgbClr val="ECECEC"/>
                </a:solidFill>
                <a:latin typeface="Times New Roman"/>
                <a:cs typeface="Times New Roman"/>
              </a:rPr>
              <a:t>p</a:t>
            </a:r>
            <a:r>
              <a:rPr dirty="0" sz="2900" spc="145">
                <a:solidFill>
                  <a:srgbClr val="ECECEC"/>
                </a:solidFill>
                <a:latin typeface="Times New Roman"/>
                <a:cs typeface="Times New Roman"/>
              </a:rPr>
              <a:t>r</a:t>
            </a:r>
            <a:r>
              <a:rPr dirty="0" sz="2900" spc="25">
                <a:solidFill>
                  <a:srgbClr val="ECECEC"/>
                </a:solidFill>
                <a:latin typeface="Times New Roman"/>
                <a:cs typeface="Times New Roman"/>
              </a:rPr>
              <a:t>e</a:t>
            </a:r>
            <a:r>
              <a:rPr dirty="0" sz="2900" spc="-140">
                <a:solidFill>
                  <a:srgbClr val="ECECEC"/>
                </a:solidFill>
                <a:latin typeface="Times New Roman"/>
                <a:cs typeface="Times New Roman"/>
              </a:rPr>
              <a:t>v</a:t>
            </a:r>
            <a:r>
              <a:rPr dirty="0" sz="2900" spc="10">
                <a:solidFill>
                  <a:srgbClr val="ECECEC"/>
                </a:solidFill>
                <a:latin typeface="Times New Roman"/>
                <a:cs typeface="Times New Roman"/>
              </a:rPr>
              <a:t>i</a:t>
            </a:r>
            <a:r>
              <a:rPr dirty="0" sz="2900" spc="25">
                <a:solidFill>
                  <a:srgbClr val="ECECEC"/>
                </a:solidFill>
                <a:latin typeface="Times New Roman"/>
                <a:cs typeface="Times New Roman"/>
              </a:rPr>
              <a:t>e</a:t>
            </a:r>
            <a:r>
              <a:rPr dirty="0" sz="2900" spc="-155">
                <a:solidFill>
                  <a:srgbClr val="ECECEC"/>
                </a:solidFill>
                <a:latin typeface="Times New Roman"/>
                <a:cs typeface="Times New Roman"/>
              </a:rPr>
              <a:t>w</a:t>
            </a:r>
            <a:r>
              <a:rPr dirty="0" sz="2900" spc="-175">
                <a:solidFill>
                  <a:srgbClr val="ECECEC"/>
                </a:solidFill>
                <a:latin typeface="Times New Roman"/>
                <a:cs typeface="Times New Roman"/>
              </a:rPr>
              <a:t> </a:t>
            </a:r>
            <a:r>
              <a:rPr dirty="0" sz="2900" spc="-110">
                <a:solidFill>
                  <a:srgbClr val="ECECEC"/>
                </a:solidFill>
                <a:latin typeface="Times New Roman"/>
                <a:cs typeface="Times New Roman"/>
              </a:rPr>
              <a:t>f</a:t>
            </a:r>
            <a:r>
              <a:rPr dirty="0" sz="2900" spc="25">
                <a:solidFill>
                  <a:srgbClr val="ECECEC"/>
                </a:solidFill>
                <a:latin typeface="Times New Roman"/>
                <a:cs typeface="Times New Roman"/>
              </a:rPr>
              <a:t>e</a:t>
            </a:r>
            <a:r>
              <a:rPr dirty="0" sz="2900" spc="75">
                <a:solidFill>
                  <a:srgbClr val="ECECEC"/>
                </a:solidFill>
                <a:latin typeface="Times New Roman"/>
                <a:cs typeface="Times New Roman"/>
              </a:rPr>
              <a:t>a</a:t>
            </a:r>
            <a:r>
              <a:rPr dirty="0" sz="2900" spc="110">
                <a:solidFill>
                  <a:srgbClr val="ECECEC"/>
                </a:solidFill>
                <a:latin typeface="Times New Roman"/>
                <a:cs typeface="Times New Roman"/>
              </a:rPr>
              <a:t>t</a:t>
            </a:r>
            <a:r>
              <a:rPr dirty="0" sz="2900" spc="155">
                <a:solidFill>
                  <a:srgbClr val="ECECEC"/>
                </a:solidFill>
                <a:latin typeface="Times New Roman"/>
                <a:cs typeface="Times New Roman"/>
              </a:rPr>
              <a:t>u</a:t>
            </a:r>
            <a:r>
              <a:rPr dirty="0" sz="2900" spc="145">
                <a:solidFill>
                  <a:srgbClr val="ECECEC"/>
                </a:solidFill>
                <a:latin typeface="Times New Roman"/>
                <a:cs typeface="Times New Roman"/>
              </a:rPr>
              <a:t>r</a:t>
            </a:r>
            <a:r>
              <a:rPr dirty="0" sz="2900" spc="25">
                <a:solidFill>
                  <a:srgbClr val="ECECEC"/>
                </a:solidFill>
                <a:latin typeface="Times New Roman"/>
                <a:cs typeface="Times New Roman"/>
              </a:rPr>
              <a:t>e</a:t>
            </a:r>
            <a:r>
              <a:rPr dirty="0" sz="2900" spc="-180">
                <a:solidFill>
                  <a:srgbClr val="ECECEC"/>
                </a:solidFill>
                <a:latin typeface="Times New Roman"/>
                <a:cs typeface="Times New Roman"/>
              </a:rPr>
              <a:t>,</a:t>
            </a:r>
            <a:endParaRPr sz="2900">
              <a:latin typeface="Times New Roman"/>
              <a:cs typeface="Times New Roman"/>
            </a:endParaRPr>
          </a:p>
          <a:p>
            <a:pPr marL="12700" marR="5080">
              <a:lnSpc>
                <a:spcPts val="3529"/>
              </a:lnSpc>
              <a:spcBef>
                <a:spcPts val="60"/>
              </a:spcBef>
              <a:tabLst>
                <a:tab pos="2313305" algn="l"/>
                <a:tab pos="3397250" algn="l"/>
                <a:tab pos="4864735" algn="l"/>
                <a:tab pos="6927215" algn="l"/>
                <a:tab pos="8238490" algn="l"/>
              </a:tabLst>
            </a:pPr>
            <a:r>
              <a:rPr dirty="0" u="heavy" sz="2900" spc="-355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C</a:t>
            </a:r>
            <a:r>
              <a:rPr dirty="0" u="heavy" sz="2900" spc="10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o</a:t>
            </a:r>
            <a:r>
              <a:rPr dirty="0" u="heavy" sz="2900" spc="35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ll</a:t>
            </a:r>
            <a:r>
              <a:rPr dirty="0" u="heavy" sz="2900" spc="-75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heavy" sz="2900" spc="-50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b</a:t>
            </a:r>
            <a:r>
              <a:rPr dirty="0" u="heavy" sz="2900" spc="10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o</a:t>
            </a:r>
            <a:r>
              <a:rPr dirty="0" u="heavy" sz="2900" spc="-145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r</a:t>
            </a:r>
            <a:r>
              <a:rPr dirty="0" u="heavy" sz="2900" spc="-75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heavy" sz="2900" spc="-5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t</a:t>
            </a:r>
            <a:r>
              <a:rPr dirty="0" u="heavy" sz="2900" spc="10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u="heavy" sz="2900" spc="10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o</a:t>
            </a:r>
            <a:r>
              <a:rPr dirty="0" u="heavy" sz="2900" spc="-5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n</a:t>
            </a:r>
            <a:r>
              <a:rPr dirty="0" u="heavy" sz="2900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2900" spc="-330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T</a:t>
            </a:r>
            <a:r>
              <a:rPr dirty="0" u="heavy" sz="2900" spc="10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oo</a:t>
            </a:r>
            <a:r>
              <a:rPr dirty="0" u="heavy" sz="2900" spc="35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l</a:t>
            </a:r>
            <a:r>
              <a:rPr dirty="0" u="heavy" sz="2900" spc="25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s</a:t>
            </a:r>
            <a:r>
              <a:rPr dirty="0" u="heavy" sz="2900" spc="-385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:</a:t>
            </a:r>
            <a:r>
              <a:rPr dirty="0" sz="2900" b="1">
                <a:solidFill>
                  <a:srgbClr val="ECECEC"/>
                </a:solidFill>
                <a:latin typeface="Times New Roman"/>
                <a:cs typeface="Times New Roman"/>
              </a:rPr>
              <a:t>	</a:t>
            </a:r>
            <a:r>
              <a:rPr dirty="0" sz="2700" spc="50">
                <a:solidFill>
                  <a:srgbClr val="ECECEC"/>
                </a:solidFill>
                <a:latin typeface="Times New Roman"/>
                <a:cs typeface="Times New Roman"/>
              </a:rPr>
              <a:t>real-time</a:t>
            </a:r>
            <a:r>
              <a:rPr dirty="0" sz="2700">
                <a:solidFill>
                  <a:srgbClr val="ECECEC"/>
                </a:solidFill>
                <a:latin typeface="Times New Roman"/>
                <a:cs typeface="Times New Roman"/>
              </a:rPr>
              <a:t>	</a:t>
            </a:r>
            <a:r>
              <a:rPr dirty="0" sz="2700" spc="45">
                <a:solidFill>
                  <a:srgbClr val="ECECEC"/>
                </a:solidFill>
                <a:latin typeface="Times New Roman"/>
                <a:cs typeface="Times New Roman"/>
              </a:rPr>
              <a:t>collaboration</a:t>
            </a:r>
            <a:r>
              <a:rPr dirty="0" sz="2700">
                <a:solidFill>
                  <a:srgbClr val="ECECEC"/>
                </a:solidFill>
                <a:latin typeface="Times New Roman"/>
                <a:cs typeface="Times New Roman"/>
              </a:rPr>
              <a:t>	</a:t>
            </a:r>
            <a:r>
              <a:rPr dirty="0" sz="2700" spc="50">
                <a:solidFill>
                  <a:srgbClr val="ECECEC"/>
                </a:solidFill>
                <a:latin typeface="Times New Roman"/>
                <a:cs typeface="Times New Roman"/>
              </a:rPr>
              <a:t>features</a:t>
            </a:r>
            <a:r>
              <a:rPr dirty="0" sz="2700">
                <a:solidFill>
                  <a:srgbClr val="ECECEC"/>
                </a:solidFill>
                <a:latin typeface="Times New Roman"/>
                <a:cs typeface="Times New Roman"/>
              </a:rPr>
              <a:t>	</a:t>
            </a:r>
            <a:r>
              <a:rPr dirty="0" sz="2700" spc="-10">
                <a:solidFill>
                  <a:srgbClr val="ECECEC"/>
                </a:solidFill>
                <a:latin typeface="Times New Roman"/>
                <a:cs typeface="Times New Roman"/>
              </a:rPr>
              <a:t>allow  </a:t>
            </a:r>
            <a:r>
              <a:rPr dirty="0" sz="2700" spc="55">
                <a:solidFill>
                  <a:srgbClr val="ECECEC"/>
                </a:solidFill>
                <a:latin typeface="Times New Roman"/>
                <a:cs typeface="Times New Roman"/>
              </a:rPr>
              <a:t>multiple</a:t>
            </a:r>
            <a:r>
              <a:rPr dirty="0" sz="2700" spc="-170">
                <a:solidFill>
                  <a:srgbClr val="ECECEC"/>
                </a:solidFill>
                <a:latin typeface="Times New Roman"/>
                <a:cs typeface="Times New Roman"/>
              </a:rPr>
              <a:t> </a:t>
            </a:r>
            <a:r>
              <a:rPr dirty="0" sz="2700" spc="60">
                <a:solidFill>
                  <a:srgbClr val="ECECEC"/>
                </a:solidFill>
                <a:latin typeface="Times New Roman"/>
                <a:cs typeface="Times New Roman"/>
              </a:rPr>
              <a:t>users</a:t>
            </a:r>
            <a:r>
              <a:rPr dirty="0" sz="2700" spc="-165">
                <a:solidFill>
                  <a:srgbClr val="ECECEC"/>
                </a:solidFill>
                <a:latin typeface="Times New Roman"/>
                <a:cs typeface="Times New Roman"/>
              </a:rPr>
              <a:t> </a:t>
            </a:r>
            <a:r>
              <a:rPr dirty="0" sz="2700" spc="50">
                <a:solidFill>
                  <a:srgbClr val="ECECEC"/>
                </a:solidFill>
                <a:latin typeface="Times New Roman"/>
                <a:cs typeface="Times New Roman"/>
              </a:rPr>
              <a:t>to</a:t>
            </a:r>
            <a:r>
              <a:rPr dirty="0" sz="2700" spc="-165">
                <a:solidFill>
                  <a:srgbClr val="ECECEC"/>
                </a:solidFill>
                <a:latin typeface="Times New Roman"/>
                <a:cs typeface="Times New Roman"/>
              </a:rPr>
              <a:t> </a:t>
            </a:r>
            <a:r>
              <a:rPr dirty="0" sz="2700" spc="15">
                <a:solidFill>
                  <a:srgbClr val="ECECEC"/>
                </a:solidFill>
                <a:latin typeface="Times New Roman"/>
                <a:cs typeface="Times New Roman"/>
              </a:rPr>
              <a:t>code</a:t>
            </a:r>
            <a:r>
              <a:rPr dirty="0" sz="2700" spc="-165">
                <a:solidFill>
                  <a:srgbClr val="ECECEC"/>
                </a:solidFill>
                <a:latin typeface="Times New Roman"/>
                <a:cs typeface="Times New Roman"/>
              </a:rPr>
              <a:t> </a:t>
            </a:r>
            <a:r>
              <a:rPr dirty="0" sz="2700" spc="35">
                <a:solidFill>
                  <a:srgbClr val="ECECEC"/>
                </a:solidFill>
                <a:latin typeface="Times New Roman"/>
                <a:cs typeface="Times New Roman"/>
              </a:rPr>
              <a:t>together.</a:t>
            </a: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ts val="3320"/>
              </a:lnSpc>
            </a:pPr>
            <a:r>
              <a:rPr dirty="0" u="heavy" sz="2900" spc="-100" b="1">
                <a:solidFill>
                  <a:srgbClr val="ECECEC"/>
                </a:solidFill>
                <a:uFill>
                  <a:solidFill>
                    <a:srgbClr val="ECECEC"/>
                  </a:solidFill>
                </a:uFill>
                <a:latin typeface="Times New Roman"/>
                <a:cs typeface="Times New Roman"/>
              </a:rPr>
              <a:t>Auto-Save:</a:t>
            </a:r>
            <a:r>
              <a:rPr dirty="0" sz="2900" spc="-175" b="1">
                <a:solidFill>
                  <a:srgbClr val="ECECEC"/>
                </a:solidFill>
                <a:latin typeface="Times New Roman"/>
                <a:cs typeface="Times New Roman"/>
              </a:rPr>
              <a:t> </a:t>
            </a:r>
            <a:r>
              <a:rPr dirty="0" sz="2900" spc="40">
                <a:solidFill>
                  <a:srgbClr val="ECECEC"/>
                </a:solidFill>
                <a:latin typeface="Times New Roman"/>
                <a:cs typeface="Times New Roman"/>
              </a:rPr>
              <a:t>automatically</a:t>
            </a:r>
            <a:r>
              <a:rPr dirty="0" sz="2900" spc="-170">
                <a:solidFill>
                  <a:srgbClr val="ECECEC"/>
                </a:solidFill>
                <a:latin typeface="Times New Roman"/>
                <a:cs typeface="Times New Roman"/>
              </a:rPr>
              <a:t> </a:t>
            </a:r>
            <a:r>
              <a:rPr dirty="0" sz="2900" spc="5">
                <a:solidFill>
                  <a:srgbClr val="ECECEC"/>
                </a:solidFill>
                <a:latin typeface="Times New Roman"/>
                <a:cs typeface="Times New Roman"/>
              </a:rPr>
              <a:t>saving</a:t>
            </a:r>
            <a:r>
              <a:rPr dirty="0" sz="2900" spc="-170">
                <a:solidFill>
                  <a:srgbClr val="ECECEC"/>
                </a:solidFill>
                <a:latin typeface="Times New Roman"/>
                <a:cs typeface="Times New Roman"/>
              </a:rPr>
              <a:t> </a:t>
            </a:r>
            <a:r>
              <a:rPr dirty="0" sz="2900" spc="-10">
                <a:solidFill>
                  <a:srgbClr val="ECECEC"/>
                </a:solidFill>
                <a:latin typeface="Times New Roman"/>
                <a:cs typeface="Times New Roman"/>
              </a:rPr>
              <a:t>work</a:t>
            </a:r>
            <a:r>
              <a:rPr dirty="0" sz="2900" spc="-170">
                <a:solidFill>
                  <a:srgbClr val="ECECEC"/>
                </a:solidFill>
                <a:latin typeface="Times New Roman"/>
                <a:cs typeface="Times New Roman"/>
              </a:rPr>
              <a:t> </a:t>
            </a:r>
            <a:r>
              <a:rPr dirty="0" sz="2900" spc="60">
                <a:solidFill>
                  <a:srgbClr val="ECECEC"/>
                </a:solidFill>
                <a:latin typeface="Times New Roman"/>
                <a:cs typeface="Times New Roman"/>
              </a:rPr>
              <a:t>to</a:t>
            </a:r>
            <a:r>
              <a:rPr dirty="0" sz="2900" spc="-170">
                <a:solidFill>
                  <a:srgbClr val="ECECEC"/>
                </a:solidFill>
                <a:latin typeface="Times New Roman"/>
                <a:cs typeface="Times New Roman"/>
              </a:rPr>
              <a:t> </a:t>
            </a:r>
            <a:r>
              <a:rPr dirty="0" sz="2900" spc="60">
                <a:solidFill>
                  <a:srgbClr val="ECECEC"/>
                </a:solidFill>
                <a:latin typeface="Times New Roman"/>
                <a:cs typeface="Times New Roman"/>
              </a:rPr>
              <a:t>prevent</a:t>
            </a:r>
            <a:r>
              <a:rPr dirty="0" sz="2900" spc="-170">
                <a:solidFill>
                  <a:srgbClr val="ECECEC"/>
                </a:solidFill>
                <a:latin typeface="Times New Roman"/>
                <a:cs typeface="Times New Roman"/>
              </a:rPr>
              <a:t> </a:t>
            </a:r>
            <a:r>
              <a:rPr dirty="0" sz="2900" spc="90">
                <a:solidFill>
                  <a:srgbClr val="ECECEC"/>
                </a:solidFill>
                <a:latin typeface="Times New Roman"/>
                <a:cs typeface="Times New Roman"/>
              </a:rPr>
              <a:t>data</a:t>
            </a:r>
            <a:r>
              <a:rPr dirty="0" sz="2900" spc="-170">
                <a:solidFill>
                  <a:srgbClr val="ECECEC"/>
                </a:solidFill>
                <a:latin typeface="Times New Roman"/>
                <a:cs typeface="Times New Roman"/>
              </a:rPr>
              <a:t> </a:t>
            </a:r>
            <a:r>
              <a:rPr dirty="0" sz="2900" spc="-30">
                <a:solidFill>
                  <a:srgbClr val="ECECEC"/>
                </a:solidFill>
                <a:latin typeface="Times New Roman"/>
                <a:cs typeface="Times New Roman"/>
              </a:rPr>
              <a:t>loss.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37499" y="815620"/>
            <a:ext cx="2451100" cy="4918710"/>
            <a:chOff x="15837499" y="815620"/>
            <a:chExt cx="2451100" cy="4918710"/>
          </a:xfrm>
        </p:grpSpPr>
        <p:sp>
          <p:nvSpPr>
            <p:cNvPr id="3" name="object 3"/>
            <p:cNvSpPr/>
            <p:nvPr/>
          </p:nvSpPr>
          <p:spPr>
            <a:xfrm>
              <a:off x="16373135" y="2795251"/>
              <a:ext cx="1915160" cy="2939415"/>
            </a:xfrm>
            <a:custGeom>
              <a:avLst/>
              <a:gdLst/>
              <a:ahLst/>
              <a:cxnLst/>
              <a:rect l="l" t="t" r="r" b="b"/>
              <a:pathLst>
                <a:path w="1915159" h="2939415">
                  <a:moveTo>
                    <a:pt x="1201425" y="2938873"/>
                  </a:moveTo>
                  <a:lnTo>
                    <a:pt x="0" y="1738312"/>
                  </a:lnTo>
                  <a:lnTo>
                    <a:pt x="1739563" y="0"/>
                  </a:lnTo>
                  <a:lnTo>
                    <a:pt x="1914865" y="175176"/>
                  </a:lnTo>
                  <a:lnTo>
                    <a:pt x="1914865" y="2225946"/>
                  </a:lnTo>
                  <a:lnTo>
                    <a:pt x="1201425" y="2938873"/>
                  </a:lnTo>
                  <a:close/>
                </a:path>
              </a:pathLst>
            </a:custGeom>
            <a:solidFill>
              <a:srgbClr val="484B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5837498" y="815631"/>
              <a:ext cx="2451100" cy="3813175"/>
            </a:xfrm>
            <a:custGeom>
              <a:avLst/>
              <a:gdLst/>
              <a:ahLst/>
              <a:cxnLst/>
              <a:rect l="l" t="t" r="r" b="b"/>
              <a:pathLst>
                <a:path w="2451100" h="3813175">
                  <a:moveTo>
                    <a:pt x="2370302" y="2074672"/>
                  </a:moveTo>
                  <a:lnTo>
                    <a:pt x="1739557" y="1441869"/>
                  </a:lnTo>
                  <a:lnTo>
                    <a:pt x="0" y="3180181"/>
                  </a:lnTo>
                  <a:lnTo>
                    <a:pt x="630745" y="3812984"/>
                  </a:lnTo>
                  <a:lnTo>
                    <a:pt x="2370302" y="2074672"/>
                  </a:lnTo>
                  <a:close/>
                </a:path>
                <a:path w="2451100" h="3813175">
                  <a:moveTo>
                    <a:pt x="2450490" y="0"/>
                  </a:moveTo>
                  <a:lnTo>
                    <a:pt x="20002" y="2430488"/>
                  </a:lnTo>
                  <a:lnTo>
                    <a:pt x="214731" y="2622727"/>
                  </a:lnTo>
                  <a:lnTo>
                    <a:pt x="2450490" y="386956"/>
                  </a:lnTo>
                  <a:lnTo>
                    <a:pt x="2450490" y="0"/>
                  </a:lnTo>
                  <a:close/>
                </a:path>
              </a:pathLst>
            </a:custGeom>
            <a:solidFill>
              <a:srgbClr val="6FB0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91173" y="575995"/>
            <a:ext cx="24866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14">
                <a:latin typeface="SimSun"/>
                <a:cs typeface="SimSun"/>
              </a:rPr>
              <a:t>F</a:t>
            </a:r>
            <a:r>
              <a:rPr dirty="0" sz="3350" spc="95">
                <a:latin typeface="SimSun"/>
                <a:cs typeface="SimSun"/>
              </a:rPr>
              <a:t>L</a:t>
            </a:r>
            <a:r>
              <a:rPr dirty="0" sz="3350" spc="500">
                <a:latin typeface="SimSun"/>
                <a:cs typeface="SimSun"/>
              </a:rPr>
              <a:t>O</a:t>
            </a:r>
            <a:r>
              <a:rPr dirty="0" sz="3350" spc="1305">
                <a:latin typeface="SimSun"/>
                <a:cs typeface="SimSun"/>
              </a:rPr>
              <a:t>W</a:t>
            </a:r>
            <a:r>
              <a:rPr dirty="0" sz="3350" spc="360">
                <a:latin typeface="SimSun"/>
                <a:cs typeface="SimSun"/>
              </a:rPr>
              <a:t>C</a:t>
            </a:r>
            <a:r>
              <a:rPr dirty="0" sz="3350" spc="655">
                <a:latin typeface="SimSun"/>
                <a:cs typeface="SimSun"/>
              </a:rPr>
              <a:t>H</a:t>
            </a:r>
            <a:r>
              <a:rPr dirty="0" sz="3350" spc="500">
                <a:latin typeface="SimSun"/>
                <a:cs typeface="SimSun"/>
              </a:rPr>
              <a:t>A</a:t>
            </a:r>
            <a:r>
              <a:rPr dirty="0" sz="3350" spc="300">
                <a:latin typeface="SimSun"/>
                <a:cs typeface="SimSun"/>
              </a:rPr>
              <a:t>R</a:t>
            </a:r>
            <a:r>
              <a:rPr dirty="0" sz="3350" spc="440">
                <a:latin typeface="SimSun"/>
                <a:cs typeface="SimSun"/>
              </a:rPr>
              <a:t>T</a:t>
            </a:r>
            <a:endParaRPr sz="3350">
              <a:latin typeface="SimSun"/>
              <a:cs typeface="SimSu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18022570" cy="10287000"/>
            <a:chOff x="0" y="0"/>
            <a:chExt cx="18022570" cy="102870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71567" y="1753998"/>
              <a:ext cx="13125449" cy="751522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62633"/>
              <a:ext cx="2938780" cy="5876925"/>
            </a:xfrm>
            <a:custGeom>
              <a:avLst/>
              <a:gdLst/>
              <a:ahLst/>
              <a:cxnLst/>
              <a:rect l="l" t="t" r="r" b="b"/>
              <a:pathLst>
                <a:path w="2938780" h="5876925">
                  <a:moveTo>
                    <a:pt x="0" y="5876620"/>
                  </a:moveTo>
                  <a:lnTo>
                    <a:pt x="0" y="0"/>
                  </a:lnTo>
                  <a:lnTo>
                    <a:pt x="2938310" y="2937170"/>
                  </a:lnTo>
                  <a:lnTo>
                    <a:pt x="0" y="5876620"/>
                  </a:lnTo>
                  <a:close/>
                </a:path>
              </a:pathLst>
            </a:custGeom>
            <a:solidFill>
              <a:srgbClr val="484B6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502543"/>
              <a:ext cx="4527247" cy="47844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73982" y="0"/>
              <a:ext cx="6448424" cy="407471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98244" y="7705464"/>
              <a:ext cx="5161071" cy="25815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96"/>
            <a:ext cx="18282920" cy="10284460"/>
            <a:chOff x="0" y="2896"/>
            <a:chExt cx="18282920" cy="102844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347"/>
              <a:ext cx="14914732" cy="1027465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379601"/>
              <a:ext cx="5871210" cy="3907790"/>
            </a:xfrm>
            <a:custGeom>
              <a:avLst/>
              <a:gdLst/>
              <a:ahLst/>
              <a:cxnLst/>
              <a:rect l="l" t="t" r="r" b="b"/>
              <a:pathLst>
                <a:path w="5871210" h="3907790">
                  <a:moveTo>
                    <a:pt x="5187029" y="3907398"/>
                  </a:moveTo>
                  <a:lnTo>
                    <a:pt x="106947" y="3907398"/>
                  </a:lnTo>
                  <a:lnTo>
                    <a:pt x="0" y="3800409"/>
                  </a:lnTo>
                  <a:lnTo>
                    <a:pt x="0" y="2645962"/>
                  </a:lnTo>
                  <a:lnTo>
                    <a:pt x="2646989" y="0"/>
                  </a:lnTo>
                  <a:lnTo>
                    <a:pt x="5871201" y="3222961"/>
                  </a:lnTo>
                  <a:lnTo>
                    <a:pt x="5187029" y="3907398"/>
                  </a:lnTo>
                  <a:close/>
                </a:path>
              </a:pathLst>
            </a:custGeom>
            <a:solidFill>
              <a:srgbClr val="484B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2385859"/>
              <a:ext cx="3180715" cy="6361430"/>
            </a:xfrm>
            <a:custGeom>
              <a:avLst/>
              <a:gdLst/>
              <a:ahLst/>
              <a:cxnLst/>
              <a:rect l="l" t="t" r="r" b="b"/>
              <a:pathLst>
                <a:path w="3180715" h="6361430">
                  <a:moveTo>
                    <a:pt x="0" y="6361090"/>
                  </a:moveTo>
                  <a:lnTo>
                    <a:pt x="0" y="0"/>
                  </a:lnTo>
                  <a:lnTo>
                    <a:pt x="3180545" y="3180545"/>
                  </a:lnTo>
                  <a:lnTo>
                    <a:pt x="0" y="6361090"/>
                  </a:lnTo>
                  <a:close/>
                </a:path>
              </a:pathLst>
            </a:custGeom>
            <a:solidFill>
              <a:srgbClr val="6FB0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1205274" y="2896"/>
              <a:ext cx="7077075" cy="10277475"/>
            </a:xfrm>
            <a:custGeom>
              <a:avLst/>
              <a:gdLst/>
              <a:ahLst/>
              <a:cxnLst/>
              <a:rect l="l" t="t" r="r" b="b"/>
              <a:pathLst>
                <a:path w="7077075" h="10277475">
                  <a:moveTo>
                    <a:pt x="7077074" y="10277474"/>
                  </a:moveTo>
                  <a:lnTo>
                    <a:pt x="0" y="10277474"/>
                  </a:lnTo>
                  <a:lnTo>
                    <a:pt x="0" y="0"/>
                  </a:lnTo>
                  <a:lnTo>
                    <a:pt x="7077074" y="0"/>
                  </a:lnTo>
                  <a:lnTo>
                    <a:pt x="7077074" y="10277474"/>
                  </a:lnTo>
                  <a:close/>
                </a:path>
              </a:pathLst>
            </a:custGeom>
            <a:solidFill>
              <a:srgbClr val="28293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8611235">
              <a:lnSpc>
                <a:spcPct val="100000"/>
              </a:lnSpc>
              <a:spcBef>
                <a:spcPts val="95"/>
              </a:spcBef>
            </a:pPr>
            <a:r>
              <a:rPr dirty="0" spc="65"/>
              <a:t>Technology</a:t>
            </a:r>
            <a:r>
              <a:rPr dirty="0" spc="-55"/>
              <a:t> </a:t>
            </a:r>
            <a:r>
              <a:rPr dirty="0" spc="120"/>
              <a:t>Stack</a:t>
            </a:r>
            <a:r>
              <a:rPr dirty="0" spc="-55"/>
              <a:t> </a:t>
            </a:r>
            <a:r>
              <a:rPr dirty="0" spc="140"/>
              <a:t>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879244" y="2742326"/>
            <a:ext cx="4259580" cy="591502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2700" spc="-20">
                <a:solidFill>
                  <a:srgbClr val="FFFFFF"/>
                </a:solidFill>
                <a:latin typeface="Cambria"/>
                <a:cs typeface="Cambria"/>
              </a:rPr>
              <a:t>FRONTEND:</a:t>
            </a:r>
            <a:endParaRPr sz="2700">
              <a:latin typeface="Cambria"/>
              <a:cs typeface="Cambria"/>
            </a:endParaRPr>
          </a:p>
          <a:p>
            <a:pPr marL="1407795" marR="1875155">
              <a:lnSpc>
                <a:spcPts val="3229"/>
              </a:lnSpc>
              <a:spcBef>
                <a:spcPts val="100"/>
              </a:spcBef>
            </a:pPr>
            <a:r>
              <a:rPr dirty="0" sz="2400" spc="10">
                <a:solidFill>
                  <a:srgbClr val="FFFFFF"/>
                </a:solidFill>
                <a:latin typeface="Cambria"/>
                <a:cs typeface="Cambria"/>
              </a:rPr>
              <a:t>H</a:t>
            </a:r>
            <a:r>
              <a:rPr dirty="0" sz="2400" spc="65">
                <a:solidFill>
                  <a:srgbClr val="FFFFFF"/>
                </a:solidFill>
                <a:latin typeface="Cambria"/>
                <a:cs typeface="Cambria"/>
              </a:rPr>
              <a:t>T</a:t>
            </a:r>
            <a:r>
              <a:rPr dirty="0" sz="2400" spc="-60">
                <a:solidFill>
                  <a:srgbClr val="FFFFFF"/>
                </a:solidFill>
                <a:latin typeface="Cambria"/>
                <a:cs typeface="Cambria"/>
              </a:rPr>
              <a:t>M</a:t>
            </a:r>
            <a:r>
              <a:rPr dirty="0" sz="2400" spc="5">
                <a:solidFill>
                  <a:srgbClr val="FFFFFF"/>
                </a:solidFill>
                <a:latin typeface="Cambria"/>
                <a:cs typeface="Cambria"/>
              </a:rPr>
              <a:t>L</a:t>
            </a:r>
            <a:r>
              <a:rPr dirty="0" sz="2400" spc="-35">
                <a:solidFill>
                  <a:srgbClr val="FFFFFF"/>
                </a:solidFill>
                <a:latin typeface="Cambria"/>
                <a:cs typeface="Cambria"/>
              </a:rPr>
              <a:t>5  </a:t>
            </a:r>
            <a:r>
              <a:rPr dirty="0" sz="2400" spc="35">
                <a:solidFill>
                  <a:srgbClr val="FFFFFF"/>
                </a:solidFill>
                <a:latin typeface="Cambria"/>
                <a:cs typeface="Cambria"/>
              </a:rPr>
              <a:t>CSS3</a:t>
            </a:r>
            <a:endParaRPr sz="2400">
              <a:latin typeface="Cambria"/>
              <a:cs typeface="Cambria"/>
            </a:endParaRPr>
          </a:p>
          <a:p>
            <a:pPr marL="1407795">
              <a:lnSpc>
                <a:spcPct val="100000"/>
              </a:lnSpc>
              <a:spcBef>
                <a:spcPts val="250"/>
              </a:spcBef>
            </a:pPr>
            <a:r>
              <a:rPr dirty="0" sz="2400" spc="60">
                <a:solidFill>
                  <a:srgbClr val="FFFFFF"/>
                </a:solidFill>
                <a:latin typeface="Cambria"/>
                <a:cs typeface="Cambria"/>
              </a:rPr>
              <a:t>JavaScript</a:t>
            </a:r>
            <a:r>
              <a:rPr dirty="0" sz="2400" spc="-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400" spc="35">
                <a:solidFill>
                  <a:srgbClr val="FFFFFF"/>
                </a:solidFill>
                <a:latin typeface="Cambria"/>
                <a:cs typeface="Cambria"/>
              </a:rPr>
              <a:t>(React</a:t>
            </a:r>
            <a:r>
              <a:rPr dirty="0" sz="2400" spc="-3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400" spc="70">
                <a:solidFill>
                  <a:srgbClr val="FFFFFF"/>
                </a:solidFill>
                <a:latin typeface="Cambria"/>
                <a:cs typeface="Cambria"/>
              </a:rPr>
              <a:t>Js.)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750" spc="-5">
                <a:solidFill>
                  <a:srgbClr val="FFFFFF"/>
                </a:solidFill>
                <a:latin typeface="Cambria"/>
                <a:cs typeface="Cambria"/>
              </a:rPr>
              <a:t>BACKEND:</a:t>
            </a:r>
            <a:endParaRPr sz="2750">
              <a:latin typeface="Cambria"/>
              <a:cs typeface="Cambria"/>
            </a:endParaRPr>
          </a:p>
          <a:p>
            <a:pPr marL="1407795" marR="1633220">
              <a:lnSpc>
                <a:spcPts val="3300"/>
              </a:lnSpc>
              <a:spcBef>
                <a:spcPts val="110"/>
              </a:spcBef>
            </a:pPr>
            <a:r>
              <a:rPr dirty="0" sz="2100" spc="-5">
                <a:solidFill>
                  <a:srgbClr val="FFFFFF"/>
                </a:solidFill>
                <a:latin typeface="Cambria"/>
                <a:cs typeface="Cambria"/>
              </a:rPr>
              <a:t>Node </a:t>
            </a:r>
            <a:r>
              <a:rPr dirty="0" sz="2100" spc="100">
                <a:solidFill>
                  <a:srgbClr val="FFFFFF"/>
                </a:solidFill>
                <a:latin typeface="Cambria"/>
                <a:cs typeface="Cambria"/>
              </a:rPr>
              <a:t>Js </a:t>
            </a:r>
            <a:r>
              <a:rPr dirty="0" sz="2100" spc="10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100" spc="30">
                <a:solidFill>
                  <a:srgbClr val="FFFFFF"/>
                </a:solidFill>
                <a:latin typeface="Cambria"/>
                <a:cs typeface="Cambria"/>
              </a:rPr>
              <a:t>Express</a:t>
            </a:r>
            <a:r>
              <a:rPr dirty="0" sz="2100" spc="-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100" spc="100">
                <a:solidFill>
                  <a:srgbClr val="FFFFFF"/>
                </a:solidFill>
                <a:latin typeface="Cambria"/>
                <a:cs typeface="Cambria"/>
              </a:rPr>
              <a:t>Js</a:t>
            </a:r>
            <a:endParaRPr sz="2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2750" spc="-35">
                <a:solidFill>
                  <a:srgbClr val="FFFFFF"/>
                </a:solidFill>
                <a:latin typeface="Cambria"/>
                <a:cs typeface="Cambria"/>
              </a:rPr>
              <a:t>DATABASE:</a:t>
            </a:r>
            <a:endParaRPr sz="2750">
              <a:latin typeface="Cambria"/>
              <a:cs typeface="Cambria"/>
            </a:endParaRPr>
          </a:p>
          <a:p>
            <a:pPr marL="1397635">
              <a:lnSpc>
                <a:spcPct val="100000"/>
              </a:lnSpc>
              <a:spcBef>
                <a:spcPts val="600"/>
              </a:spcBef>
            </a:pPr>
            <a:r>
              <a:rPr dirty="0" sz="2150" spc="-5">
                <a:solidFill>
                  <a:srgbClr val="FFFFFF"/>
                </a:solidFill>
                <a:latin typeface="Cambria"/>
                <a:cs typeface="Cambria"/>
              </a:rPr>
              <a:t>MongoDB</a:t>
            </a:r>
            <a:endParaRPr sz="21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9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2750" spc="-25">
                <a:solidFill>
                  <a:srgbClr val="FFFFFF"/>
                </a:solidFill>
                <a:latin typeface="Cambria"/>
                <a:cs typeface="Cambria"/>
              </a:rPr>
              <a:t>REAL-TIME</a:t>
            </a:r>
            <a:r>
              <a:rPr dirty="0" sz="2750" spc="-3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Cambria"/>
                <a:cs typeface="Cambria"/>
              </a:rPr>
              <a:t>FEARURE:</a:t>
            </a:r>
            <a:endParaRPr sz="2750">
              <a:latin typeface="Cambria"/>
              <a:cs typeface="Cambria"/>
            </a:endParaRPr>
          </a:p>
          <a:p>
            <a:pPr marL="1376045">
              <a:lnSpc>
                <a:spcPct val="100000"/>
              </a:lnSpc>
              <a:spcBef>
                <a:spcPts val="500"/>
              </a:spcBef>
            </a:pPr>
            <a:r>
              <a:rPr dirty="0" sz="2250" spc="20">
                <a:solidFill>
                  <a:srgbClr val="FFFFFF"/>
                </a:solidFill>
                <a:latin typeface="Cambria"/>
                <a:cs typeface="Cambria"/>
              </a:rPr>
              <a:t>WebSocket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980776" y="2433586"/>
            <a:ext cx="4143375" cy="95250"/>
          </a:xfrm>
          <a:custGeom>
            <a:avLst/>
            <a:gdLst/>
            <a:ahLst/>
            <a:cxnLst/>
            <a:rect l="l" t="t" r="r" b="b"/>
            <a:pathLst>
              <a:path w="4143375" h="95250">
                <a:moveTo>
                  <a:pt x="4143374" y="95249"/>
                </a:moveTo>
                <a:lnTo>
                  <a:pt x="0" y="95249"/>
                </a:lnTo>
                <a:lnTo>
                  <a:pt x="0" y="0"/>
                </a:lnTo>
                <a:lnTo>
                  <a:pt x="4143374" y="0"/>
                </a:lnTo>
                <a:lnTo>
                  <a:pt x="4143374" y="95249"/>
                </a:lnTo>
                <a:close/>
              </a:path>
            </a:pathLst>
          </a:custGeom>
          <a:solidFill>
            <a:srgbClr val="6FB0D9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667499" y="0"/>
            <a:ext cx="7620634" cy="5420995"/>
            <a:chOff x="10667499" y="0"/>
            <a:chExt cx="7620634" cy="5420995"/>
          </a:xfrm>
        </p:grpSpPr>
        <p:sp>
          <p:nvSpPr>
            <p:cNvPr id="3" name="object 3"/>
            <p:cNvSpPr/>
            <p:nvPr/>
          </p:nvSpPr>
          <p:spPr>
            <a:xfrm>
              <a:off x="11205248" y="11"/>
              <a:ext cx="7082790" cy="5093970"/>
            </a:xfrm>
            <a:custGeom>
              <a:avLst/>
              <a:gdLst/>
              <a:ahLst/>
              <a:cxnLst/>
              <a:rect l="l" t="t" r="r" b="b"/>
              <a:pathLst>
                <a:path w="7082790" h="5093970">
                  <a:moveTo>
                    <a:pt x="2938869" y="3168307"/>
                  </a:moveTo>
                  <a:lnTo>
                    <a:pt x="1738312" y="1965248"/>
                  </a:lnTo>
                  <a:lnTo>
                    <a:pt x="0" y="3703561"/>
                  </a:lnTo>
                  <a:lnTo>
                    <a:pt x="1200556" y="4906619"/>
                  </a:lnTo>
                  <a:lnTo>
                    <a:pt x="2938869" y="3168307"/>
                  </a:lnTo>
                  <a:close/>
                </a:path>
                <a:path w="7082790" h="5093970">
                  <a:moveTo>
                    <a:pt x="7082752" y="558787"/>
                  </a:moveTo>
                  <a:lnTo>
                    <a:pt x="6523952" y="0"/>
                  </a:lnTo>
                  <a:lnTo>
                    <a:pt x="3813962" y="0"/>
                  </a:lnTo>
                  <a:lnTo>
                    <a:pt x="1944751" y="1869211"/>
                  </a:lnTo>
                  <a:lnTo>
                    <a:pt x="5168963" y="5093424"/>
                  </a:lnTo>
                  <a:lnTo>
                    <a:pt x="7082752" y="3179635"/>
                  </a:lnTo>
                  <a:lnTo>
                    <a:pt x="7082752" y="558787"/>
                  </a:lnTo>
                  <a:close/>
                </a:path>
              </a:pathLst>
            </a:custGeom>
            <a:solidFill>
              <a:srgbClr val="6FB0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0667499" y="1430000"/>
              <a:ext cx="2371725" cy="2371725"/>
            </a:xfrm>
            <a:custGeom>
              <a:avLst/>
              <a:gdLst/>
              <a:ahLst/>
              <a:cxnLst/>
              <a:rect l="l" t="t" r="r" b="b"/>
              <a:pathLst>
                <a:path w="2371725" h="2371725">
                  <a:moveTo>
                    <a:pt x="632795" y="2371108"/>
                  </a:moveTo>
                  <a:lnTo>
                    <a:pt x="0" y="1738312"/>
                  </a:lnTo>
                  <a:lnTo>
                    <a:pt x="1738312" y="0"/>
                  </a:lnTo>
                  <a:lnTo>
                    <a:pt x="2371108" y="630294"/>
                  </a:lnTo>
                  <a:lnTo>
                    <a:pt x="632795" y="2371108"/>
                  </a:lnTo>
                  <a:close/>
                </a:path>
              </a:pathLst>
            </a:custGeom>
            <a:solidFill>
              <a:srgbClr val="484B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535002" y="3474687"/>
              <a:ext cx="1753235" cy="1946275"/>
            </a:xfrm>
            <a:custGeom>
              <a:avLst/>
              <a:gdLst/>
              <a:ahLst/>
              <a:cxnLst/>
              <a:rect l="l" t="t" r="r" b="b"/>
              <a:pathLst>
                <a:path w="1753234" h="1946275">
                  <a:moveTo>
                    <a:pt x="194729" y="1946162"/>
                  </a:moveTo>
                  <a:lnTo>
                    <a:pt x="0" y="1751433"/>
                  </a:lnTo>
                  <a:lnTo>
                    <a:pt x="1752996" y="0"/>
                  </a:lnTo>
                  <a:lnTo>
                    <a:pt x="1752996" y="386504"/>
                  </a:lnTo>
                  <a:lnTo>
                    <a:pt x="194729" y="1946162"/>
                  </a:lnTo>
                  <a:close/>
                </a:path>
              </a:pathLst>
            </a:custGeom>
            <a:solidFill>
              <a:srgbClr val="6FB0D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0" y="4062768"/>
            <a:ext cx="4617085" cy="6224270"/>
            <a:chOff x="0" y="4062768"/>
            <a:chExt cx="4617085" cy="6224270"/>
          </a:xfrm>
        </p:grpSpPr>
        <p:sp>
          <p:nvSpPr>
            <p:cNvPr id="7" name="object 7"/>
            <p:cNvSpPr/>
            <p:nvPr/>
          </p:nvSpPr>
          <p:spPr>
            <a:xfrm>
              <a:off x="0" y="6801868"/>
              <a:ext cx="4617085" cy="3485515"/>
            </a:xfrm>
            <a:custGeom>
              <a:avLst/>
              <a:gdLst/>
              <a:ahLst/>
              <a:cxnLst/>
              <a:rect l="l" t="t" r="r" b="b"/>
              <a:pathLst>
                <a:path w="4617085" h="3485515">
                  <a:moveTo>
                    <a:pt x="4354488" y="3485131"/>
                  </a:moveTo>
                  <a:lnTo>
                    <a:pt x="0" y="3485131"/>
                  </a:lnTo>
                  <a:lnTo>
                    <a:pt x="0" y="1391804"/>
                  </a:lnTo>
                  <a:lnTo>
                    <a:pt x="1392344" y="0"/>
                  </a:lnTo>
                  <a:lnTo>
                    <a:pt x="4616557" y="3222961"/>
                  </a:lnTo>
                  <a:lnTo>
                    <a:pt x="4354488" y="3485131"/>
                  </a:lnTo>
                  <a:close/>
                </a:path>
              </a:pathLst>
            </a:custGeom>
            <a:solidFill>
              <a:srgbClr val="484B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0" y="4062768"/>
              <a:ext cx="1925955" cy="3851910"/>
            </a:xfrm>
            <a:custGeom>
              <a:avLst/>
              <a:gdLst/>
              <a:ahLst/>
              <a:cxnLst/>
              <a:rect l="l" t="t" r="r" b="b"/>
              <a:pathLst>
                <a:path w="1925955" h="3851909">
                  <a:moveTo>
                    <a:pt x="0" y="3851849"/>
                  </a:moveTo>
                  <a:lnTo>
                    <a:pt x="0" y="0"/>
                  </a:lnTo>
                  <a:lnTo>
                    <a:pt x="1925924" y="1925924"/>
                  </a:lnTo>
                  <a:lnTo>
                    <a:pt x="0" y="3851849"/>
                  </a:lnTo>
                  <a:close/>
                </a:path>
              </a:pathLst>
            </a:custGeom>
            <a:solidFill>
              <a:srgbClr val="6FB0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362921" y="2409722"/>
            <a:ext cx="7258050" cy="9626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150" spc="-1225">
                <a:latin typeface="SimSun"/>
                <a:cs typeface="SimSun"/>
              </a:rPr>
              <a:t>I</a:t>
            </a:r>
            <a:r>
              <a:rPr dirty="0" sz="6150" spc="2185">
                <a:latin typeface="SimSun"/>
                <a:cs typeface="SimSun"/>
              </a:rPr>
              <a:t>m</a:t>
            </a:r>
            <a:r>
              <a:rPr dirty="0" sz="6150" spc="450">
                <a:latin typeface="SimSun"/>
                <a:cs typeface="SimSun"/>
              </a:rPr>
              <a:t>p</a:t>
            </a:r>
            <a:r>
              <a:rPr dirty="0" sz="6150" spc="-1320">
                <a:latin typeface="SimSun"/>
                <a:cs typeface="SimSun"/>
              </a:rPr>
              <a:t>l</a:t>
            </a:r>
            <a:r>
              <a:rPr dirty="0" sz="6150" spc="40">
                <a:latin typeface="SimSun"/>
                <a:cs typeface="SimSun"/>
              </a:rPr>
              <a:t>e</a:t>
            </a:r>
            <a:r>
              <a:rPr dirty="0" sz="6150" spc="2280">
                <a:latin typeface="SimSun"/>
                <a:cs typeface="SimSun"/>
              </a:rPr>
              <a:t>m</a:t>
            </a:r>
            <a:r>
              <a:rPr dirty="0" sz="6150" spc="40">
                <a:latin typeface="SimSun"/>
                <a:cs typeface="SimSun"/>
              </a:rPr>
              <a:t>e</a:t>
            </a:r>
            <a:r>
              <a:rPr dirty="0" sz="6150" spc="440">
                <a:latin typeface="SimSun"/>
                <a:cs typeface="SimSun"/>
              </a:rPr>
              <a:t>n</a:t>
            </a:r>
            <a:r>
              <a:rPr dirty="0" sz="6150" spc="-855">
                <a:latin typeface="SimSun"/>
                <a:cs typeface="SimSun"/>
              </a:rPr>
              <a:t>t</a:t>
            </a:r>
            <a:r>
              <a:rPr dirty="0" sz="6150" spc="110">
                <a:latin typeface="SimSun"/>
                <a:cs typeface="SimSun"/>
              </a:rPr>
              <a:t>a</a:t>
            </a:r>
            <a:r>
              <a:rPr dirty="0" sz="6150" spc="-855">
                <a:latin typeface="SimSun"/>
                <a:cs typeface="SimSun"/>
              </a:rPr>
              <a:t>t</a:t>
            </a:r>
            <a:r>
              <a:rPr dirty="0" sz="6150" spc="-1355">
                <a:latin typeface="SimSun"/>
                <a:cs typeface="SimSun"/>
              </a:rPr>
              <a:t>i</a:t>
            </a:r>
            <a:r>
              <a:rPr dirty="0" sz="6150" spc="375">
                <a:latin typeface="SimSun"/>
                <a:cs typeface="SimSun"/>
              </a:rPr>
              <a:t>on</a:t>
            </a:r>
            <a:r>
              <a:rPr dirty="0" sz="6150" spc="-1735">
                <a:latin typeface="SimSun"/>
                <a:cs typeface="SimSun"/>
              </a:rPr>
              <a:t> </a:t>
            </a:r>
            <a:r>
              <a:rPr dirty="0" sz="6150" spc="325">
                <a:latin typeface="SimSun"/>
                <a:cs typeface="SimSun"/>
              </a:rPr>
              <a:t>P</a:t>
            </a:r>
            <a:r>
              <a:rPr dirty="0" sz="6150" spc="-1385">
                <a:latin typeface="SimSun"/>
                <a:cs typeface="SimSun"/>
              </a:rPr>
              <a:t>l</a:t>
            </a:r>
            <a:r>
              <a:rPr dirty="0" sz="6150" spc="95">
                <a:latin typeface="SimSun"/>
                <a:cs typeface="SimSun"/>
              </a:rPr>
              <a:t>a</a:t>
            </a:r>
            <a:r>
              <a:rPr dirty="0" sz="6150" spc="475">
                <a:latin typeface="SimSun"/>
                <a:cs typeface="SimSun"/>
              </a:rPr>
              <a:t>n</a:t>
            </a:r>
            <a:endParaRPr sz="6150">
              <a:latin typeface="SimSun"/>
              <a:cs typeface="SimSu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73105" y="4075922"/>
            <a:ext cx="6050280" cy="2903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L="12700" marR="5080" indent="76200">
              <a:lnSpc>
                <a:spcPct val="100000"/>
              </a:lnSpc>
              <a:spcBef>
                <a:spcPts val="100"/>
              </a:spcBef>
            </a:pPr>
            <a:r>
              <a:rPr dirty="0" sz="2700" spc="-305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2700" spc="10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27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-17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2700" spc="-1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z="2700" spc="-5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dirty="0" sz="2700" spc="-195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2700" spc="-11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2700" spc="-1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z="2700" spc="-11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270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2700" spc="-9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27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-7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7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190">
                <a:solidFill>
                  <a:srgbClr val="FFFFFF"/>
                </a:solidFill>
                <a:latin typeface="Trebuchet MS"/>
                <a:cs typeface="Trebuchet MS"/>
              </a:rPr>
              <a:t>W</a:t>
            </a:r>
            <a:r>
              <a:rPr dirty="0" sz="2700" spc="-11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2700" spc="-95">
                <a:solidFill>
                  <a:srgbClr val="FFFFFF"/>
                </a:solidFill>
                <a:latin typeface="Trebuchet MS"/>
                <a:cs typeface="Trebuchet MS"/>
              </a:rPr>
              <a:t>b</a:t>
            </a:r>
            <a:r>
              <a:rPr dirty="0" sz="2700" spc="12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2700" spc="10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2700" spc="-16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2700" spc="-80">
                <a:solidFill>
                  <a:srgbClr val="FFFFFF"/>
                </a:solidFill>
                <a:latin typeface="Trebuchet MS"/>
                <a:cs typeface="Trebuchet MS"/>
              </a:rPr>
              <a:t>k</a:t>
            </a:r>
            <a:r>
              <a:rPr dirty="0" sz="2700" spc="-11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2700" spc="-18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2700" spc="6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dirty="0" sz="2700" spc="-55">
                <a:solidFill>
                  <a:srgbClr val="FFFFFF"/>
                </a:solidFill>
                <a:latin typeface="Trebuchet MS"/>
                <a:cs typeface="Trebuchet MS"/>
              </a:rPr>
              <a:t>b</a:t>
            </a:r>
            <a:r>
              <a:rPr dirty="0" sz="2700" spc="-7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700" spc="3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2700" spc="-11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2700" spc="-5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27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10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270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2700" spc="-195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2700" spc="-17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270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2700" spc="-75">
                <a:solidFill>
                  <a:srgbClr val="FFFFFF"/>
                </a:solidFill>
                <a:latin typeface="Trebuchet MS"/>
                <a:cs typeface="Trebuchet MS"/>
              </a:rPr>
              <a:t>e  </a:t>
            </a:r>
            <a:r>
              <a:rPr dirty="0" sz="2700" spc="-195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2700" spc="10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2700" spc="-5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2700" spc="-11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27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-11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2700" spc="-5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2700" spc="-17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2700" spc="-105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2700" spc="10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2700" spc="-245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2700" spc="-425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dirty="0" sz="27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15">
                <a:solidFill>
                  <a:srgbClr val="FFFFFF"/>
                </a:solidFill>
                <a:latin typeface="Trebuchet MS"/>
                <a:cs typeface="Trebuchet MS"/>
              </a:rPr>
              <a:t>w</a:t>
            </a:r>
            <a:r>
              <a:rPr dirty="0" sz="2700" spc="-11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27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15">
                <a:solidFill>
                  <a:srgbClr val="FFFFFF"/>
                </a:solidFill>
                <a:latin typeface="Trebuchet MS"/>
                <a:cs typeface="Trebuchet MS"/>
              </a:rPr>
              <a:t>w</a:t>
            </a:r>
            <a:r>
              <a:rPr dirty="0" sz="2700" spc="-17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2700" spc="-195">
                <a:solidFill>
                  <a:srgbClr val="FFFFFF"/>
                </a:solidFill>
                <a:latin typeface="Trebuchet MS"/>
                <a:cs typeface="Trebuchet MS"/>
              </a:rPr>
              <a:t>ll</a:t>
            </a:r>
            <a:r>
              <a:rPr dirty="0" sz="27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2700" spc="-110">
                <a:solidFill>
                  <a:srgbClr val="FFFFFF"/>
                </a:solidFill>
                <a:latin typeface="Trebuchet MS"/>
                <a:cs typeface="Trebuchet MS"/>
              </a:rPr>
              <a:t>ee</a:t>
            </a:r>
            <a:r>
              <a:rPr dirty="0" sz="2700" spc="-5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27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-105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2700" spc="10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27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-5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2700" spc="-11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2700" spc="-2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r>
              <a:rPr dirty="0" sz="2700" spc="-11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2700" spc="-195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2700" spc="10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2700" spc="-5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dirty="0" sz="27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-50">
                <a:solidFill>
                  <a:srgbClr val="FFFFFF"/>
                </a:solidFill>
                <a:latin typeface="Trebuchet MS"/>
                <a:cs typeface="Trebuchet MS"/>
              </a:rPr>
              <a:t>a  </a:t>
            </a:r>
            <a:r>
              <a:rPr dirty="0" sz="2700" spc="-16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2700" spc="-55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dirty="0" sz="2700" spc="3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2700" spc="-105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2700" spc="10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2700" spc="-1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z="27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-11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2700" spc="-5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2700" spc="-17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2700" spc="-105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2700" spc="10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2700" spc="-14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27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-9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2700" spc="-5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dirty="0" sz="2700" spc="-7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700" spc="-9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27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3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2700" spc="-55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dirty="0" sz="2700" spc="-50">
                <a:solidFill>
                  <a:srgbClr val="FFFFFF"/>
                </a:solidFill>
                <a:latin typeface="Trebuchet MS"/>
                <a:cs typeface="Trebuchet MS"/>
              </a:rPr>
              <a:t>pp</a:t>
            </a:r>
            <a:r>
              <a:rPr dirty="0" sz="2700" spc="10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2700" spc="-14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2700" spc="-9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2700" spc="3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27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-185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2700" spc="-11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2700" spc="-7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700" spc="-195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2700" spc="2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dirty="0" sz="2700" spc="-9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2700" spc="-17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2700" spc="-1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z="2700" spc="-75">
                <a:solidFill>
                  <a:srgbClr val="FFFFFF"/>
                </a:solidFill>
                <a:latin typeface="Trebuchet MS"/>
                <a:cs typeface="Trebuchet MS"/>
              </a:rPr>
              <a:t>e  </a:t>
            </a:r>
            <a:r>
              <a:rPr dirty="0" sz="2700" spc="-195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2700" spc="10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2700" spc="-195">
                <a:solidFill>
                  <a:srgbClr val="FFFFFF"/>
                </a:solidFill>
                <a:latin typeface="Trebuchet MS"/>
                <a:cs typeface="Trebuchet MS"/>
              </a:rPr>
              <a:t>ll</a:t>
            </a:r>
            <a:r>
              <a:rPr dirty="0" sz="2700" spc="-7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700" spc="-55">
                <a:solidFill>
                  <a:srgbClr val="FFFFFF"/>
                </a:solidFill>
                <a:latin typeface="Trebuchet MS"/>
                <a:cs typeface="Trebuchet MS"/>
              </a:rPr>
              <a:t>b</a:t>
            </a:r>
            <a:r>
              <a:rPr dirty="0" sz="2700" spc="10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2700" spc="-16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2700" spc="-7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700" spc="-9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2700" spc="-17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2700" spc="10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270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2700" spc="-395">
                <a:solidFill>
                  <a:srgbClr val="FFFFFF"/>
                </a:solidFill>
                <a:latin typeface="Trebuchet MS"/>
                <a:cs typeface="Trebuchet MS"/>
              </a:rPr>
              <a:t>.</a:t>
            </a:r>
            <a:r>
              <a:rPr dirty="0" sz="27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190">
                <a:solidFill>
                  <a:srgbClr val="FFFFFF"/>
                </a:solidFill>
                <a:latin typeface="Trebuchet MS"/>
                <a:cs typeface="Trebuchet MS"/>
              </a:rPr>
              <a:t>W</a:t>
            </a:r>
            <a:r>
              <a:rPr dirty="0" sz="2700" spc="-11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27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15">
                <a:solidFill>
                  <a:srgbClr val="FFFFFF"/>
                </a:solidFill>
                <a:latin typeface="Trebuchet MS"/>
                <a:cs typeface="Trebuchet MS"/>
              </a:rPr>
              <a:t>w</a:t>
            </a:r>
            <a:r>
              <a:rPr dirty="0" sz="2700" spc="-17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2700" spc="-195">
                <a:solidFill>
                  <a:srgbClr val="FFFFFF"/>
                </a:solidFill>
                <a:latin typeface="Trebuchet MS"/>
                <a:cs typeface="Trebuchet MS"/>
              </a:rPr>
              <a:t>ll</a:t>
            </a:r>
            <a:r>
              <a:rPr dirty="0" sz="27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-7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700" spc="-195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2700" spc="3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2700" spc="10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27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2700" spc="-110">
                <a:solidFill>
                  <a:srgbClr val="FFFFFF"/>
                </a:solidFill>
                <a:latin typeface="Trebuchet MS"/>
                <a:cs typeface="Trebuchet MS"/>
              </a:rPr>
              <a:t>ee</a:t>
            </a:r>
            <a:r>
              <a:rPr dirty="0" sz="2700" spc="-5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27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-105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2700" spc="70">
                <a:solidFill>
                  <a:srgbClr val="FFFFFF"/>
                </a:solidFill>
                <a:latin typeface="Trebuchet MS"/>
                <a:cs typeface="Trebuchet MS"/>
              </a:rPr>
              <a:t>o  </a:t>
            </a:r>
            <a:r>
              <a:rPr dirty="0" sz="2700" spc="-17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270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2700" spc="-105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2700" spc="-11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2700" spc="95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dirty="0" sz="2700" spc="-16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2700" spc="-7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700" spc="-105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2700" spc="-11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27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190">
                <a:solidFill>
                  <a:srgbClr val="FFFFFF"/>
                </a:solidFill>
                <a:latin typeface="Trebuchet MS"/>
                <a:cs typeface="Trebuchet MS"/>
              </a:rPr>
              <a:t>W</a:t>
            </a:r>
            <a:r>
              <a:rPr dirty="0" sz="2700" spc="-11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2700" spc="-95">
                <a:solidFill>
                  <a:srgbClr val="FFFFFF"/>
                </a:solidFill>
                <a:latin typeface="Trebuchet MS"/>
                <a:cs typeface="Trebuchet MS"/>
              </a:rPr>
              <a:t>b</a:t>
            </a:r>
            <a:r>
              <a:rPr dirty="0" sz="2700" spc="12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2700" spc="10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2700" spc="-16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2700" spc="-80">
                <a:solidFill>
                  <a:srgbClr val="FFFFFF"/>
                </a:solidFill>
                <a:latin typeface="Trebuchet MS"/>
                <a:cs typeface="Trebuchet MS"/>
              </a:rPr>
              <a:t>k</a:t>
            </a:r>
            <a:r>
              <a:rPr dirty="0" sz="2700" spc="-11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2700" spc="-9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27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-105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2700" spc="-11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2700" spc="-16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2700" spc="-5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dirty="0" sz="270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2700" spc="10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2700" spc="-195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2700" spc="10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2700" spc="95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dirty="0" sz="2700" spc="1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27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-17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270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2700" spc="-105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2700" spc="10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27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-9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2700" spc="-5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dirty="0" sz="2700" spc="-85">
                <a:solidFill>
                  <a:srgbClr val="FFFFFF"/>
                </a:solidFill>
                <a:latin typeface="Trebuchet MS"/>
                <a:cs typeface="Trebuchet MS"/>
              </a:rPr>
              <a:t>e  e</a:t>
            </a:r>
            <a:r>
              <a:rPr dirty="0" sz="2700" spc="-5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2700" spc="-17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2700" spc="-105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2700" spc="10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2700" spc="-14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27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-7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70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2700" spc="-5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27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-16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2700" spc="-185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2700" spc="-11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2700" spc="-7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700" spc="-105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2700" spc="-11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27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-7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7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3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2700" spc="-11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2700" spc="-14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2700" spc="-2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r>
              <a:rPr dirty="0" sz="2700" spc="-11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2700" spc="-14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27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-9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2700" spc="-5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dirty="0" sz="2700" spc="-7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700" spc="-9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27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-175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2700" spc="-7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70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27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-5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dirty="0" sz="2700" spc="-7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270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2700" spc="-5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2700" spc="-195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2700" spc="-11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endParaRPr sz="2700">
              <a:latin typeface="Trebuchet MS"/>
              <a:cs typeface="Trebuchet MS"/>
            </a:endParaRPr>
          </a:p>
          <a:p>
            <a:pPr algn="r" marR="5080">
              <a:lnSpc>
                <a:spcPts val="3225"/>
              </a:lnSpc>
            </a:pPr>
            <a:r>
              <a:rPr dirty="0" sz="2700" spc="-1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z="2700" spc="-55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dirty="0" sz="2700" spc="-195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2700" spc="-9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2700" spc="-17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2700" spc="-5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dirty="0" sz="2700" spc="-195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2700" spc="-11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270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00" spc="-195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2700" spc="10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2700">
                <a:solidFill>
                  <a:srgbClr val="FFFFFF"/>
                </a:solidFill>
                <a:latin typeface="Trebuchet MS"/>
                <a:cs typeface="Trebuchet MS"/>
              </a:rPr>
              <a:t>nn</a:t>
            </a:r>
            <a:r>
              <a:rPr dirty="0" sz="2700" spc="-11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2700" spc="-16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2700" spc="-9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2700" spc="-17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2700" spc="10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270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2700" spc="3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2700" spc="-395">
                <a:solidFill>
                  <a:srgbClr val="FFFFFF"/>
                </a:solidFill>
                <a:latin typeface="Trebuchet MS"/>
                <a:cs typeface="Trebuchet MS"/>
              </a:rPr>
              <a:t>.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610044" y="3735822"/>
            <a:ext cx="4048125" cy="95250"/>
          </a:xfrm>
          <a:custGeom>
            <a:avLst/>
            <a:gdLst/>
            <a:ahLst/>
            <a:cxnLst/>
            <a:rect l="l" t="t" r="r" b="b"/>
            <a:pathLst>
              <a:path w="4048125" h="95250">
                <a:moveTo>
                  <a:pt x="4048124" y="95249"/>
                </a:moveTo>
                <a:lnTo>
                  <a:pt x="0" y="95249"/>
                </a:lnTo>
                <a:lnTo>
                  <a:pt x="0" y="0"/>
                </a:lnTo>
                <a:lnTo>
                  <a:pt x="4048124" y="0"/>
                </a:lnTo>
                <a:lnTo>
                  <a:pt x="4048124" y="95249"/>
                </a:lnTo>
                <a:close/>
              </a:path>
            </a:pathLst>
          </a:custGeom>
          <a:solidFill>
            <a:srgbClr val="6FB0D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92750" y="3321653"/>
            <a:ext cx="6372125" cy="63721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0193" y="482114"/>
            <a:ext cx="3709035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660">
                <a:solidFill>
                  <a:srgbClr val="FFFFFF"/>
                </a:solidFill>
                <a:latin typeface="SimSun"/>
                <a:cs typeface="SimSun"/>
              </a:rPr>
              <a:t>I</a:t>
            </a:r>
            <a:r>
              <a:rPr dirty="0" sz="3350" spc="990">
                <a:solidFill>
                  <a:srgbClr val="FFFFFF"/>
                </a:solidFill>
                <a:latin typeface="SimSun"/>
                <a:cs typeface="SimSun"/>
              </a:rPr>
              <a:t>M</a:t>
            </a:r>
            <a:r>
              <a:rPr dirty="0" sz="3350" spc="195">
                <a:solidFill>
                  <a:srgbClr val="FFFFFF"/>
                </a:solidFill>
                <a:latin typeface="SimSun"/>
                <a:cs typeface="SimSun"/>
              </a:rPr>
              <a:t>P</a:t>
            </a:r>
            <a:r>
              <a:rPr dirty="0" sz="3350" spc="110">
                <a:solidFill>
                  <a:srgbClr val="FFFFFF"/>
                </a:solidFill>
                <a:latin typeface="SimSun"/>
                <a:cs typeface="SimSun"/>
              </a:rPr>
              <a:t>L</a:t>
            </a:r>
            <a:r>
              <a:rPr dirty="0" sz="3350" spc="195">
                <a:solidFill>
                  <a:srgbClr val="FFFFFF"/>
                </a:solidFill>
                <a:latin typeface="SimSun"/>
                <a:cs typeface="SimSun"/>
              </a:rPr>
              <a:t>E</a:t>
            </a:r>
            <a:r>
              <a:rPr dirty="0" sz="3350" spc="990">
                <a:solidFill>
                  <a:srgbClr val="FFFFFF"/>
                </a:solidFill>
                <a:latin typeface="SimSun"/>
                <a:cs typeface="SimSun"/>
              </a:rPr>
              <a:t>M</a:t>
            </a:r>
            <a:r>
              <a:rPr dirty="0" sz="3350" spc="195">
                <a:solidFill>
                  <a:srgbClr val="FFFFFF"/>
                </a:solidFill>
                <a:latin typeface="SimSun"/>
                <a:cs typeface="SimSun"/>
              </a:rPr>
              <a:t>E</a:t>
            </a:r>
            <a:r>
              <a:rPr dirty="0" sz="3350" spc="525">
                <a:solidFill>
                  <a:srgbClr val="FFFFFF"/>
                </a:solidFill>
                <a:latin typeface="SimSun"/>
                <a:cs typeface="SimSun"/>
              </a:rPr>
              <a:t>N</a:t>
            </a:r>
            <a:r>
              <a:rPr dirty="0" sz="3350" spc="180">
                <a:solidFill>
                  <a:srgbClr val="FFFFFF"/>
                </a:solidFill>
                <a:latin typeface="SimSun"/>
                <a:cs typeface="SimSun"/>
              </a:rPr>
              <a:t>T</a:t>
            </a:r>
            <a:r>
              <a:rPr dirty="0" sz="3350" spc="275">
                <a:solidFill>
                  <a:srgbClr val="FFFFFF"/>
                </a:solidFill>
                <a:latin typeface="SimSun"/>
                <a:cs typeface="SimSun"/>
              </a:rPr>
              <a:t>A</a:t>
            </a:r>
            <a:r>
              <a:rPr dirty="0" sz="3350" spc="440">
                <a:solidFill>
                  <a:srgbClr val="FFFFFF"/>
                </a:solidFill>
                <a:latin typeface="SimSun"/>
                <a:cs typeface="SimSun"/>
              </a:rPr>
              <a:t>T</a:t>
            </a:r>
            <a:r>
              <a:rPr dirty="0" sz="3350" spc="-720">
                <a:solidFill>
                  <a:srgbClr val="FFFFFF"/>
                </a:solidFill>
                <a:latin typeface="SimSun"/>
                <a:cs typeface="SimSun"/>
              </a:rPr>
              <a:t>I</a:t>
            </a:r>
            <a:r>
              <a:rPr dirty="0" sz="3350" spc="515">
                <a:solidFill>
                  <a:srgbClr val="FFFFFF"/>
                </a:solidFill>
                <a:latin typeface="SimSun"/>
                <a:cs typeface="SimSun"/>
              </a:rPr>
              <a:t>O</a:t>
            </a:r>
            <a:r>
              <a:rPr dirty="0" sz="3350" spc="525">
                <a:solidFill>
                  <a:srgbClr val="FFFFFF"/>
                </a:solidFill>
                <a:latin typeface="SimSun"/>
                <a:cs typeface="SimSun"/>
              </a:rPr>
              <a:t>N</a:t>
            </a:r>
            <a:r>
              <a:rPr dirty="0" sz="3350" spc="-940">
                <a:solidFill>
                  <a:srgbClr val="FFFFFF"/>
                </a:solidFill>
                <a:latin typeface="SimSun"/>
                <a:cs typeface="SimSun"/>
              </a:rPr>
              <a:t> </a:t>
            </a:r>
            <a:r>
              <a:rPr dirty="0" sz="3350" spc="-665">
                <a:solidFill>
                  <a:srgbClr val="FFFFFF"/>
                </a:solidFill>
                <a:latin typeface="SimSun"/>
                <a:cs typeface="SimSun"/>
              </a:rPr>
              <a:t>:</a:t>
            </a:r>
            <a:endParaRPr sz="3350">
              <a:latin typeface="SimSun"/>
              <a:cs typeface="SimSu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02915" y="1427346"/>
            <a:ext cx="4048125" cy="95250"/>
          </a:xfrm>
          <a:custGeom>
            <a:avLst/>
            <a:gdLst/>
            <a:ahLst/>
            <a:cxnLst/>
            <a:rect l="l" t="t" r="r" b="b"/>
            <a:pathLst>
              <a:path w="4048125" h="95250">
                <a:moveTo>
                  <a:pt x="4048124" y="95249"/>
                </a:moveTo>
                <a:lnTo>
                  <a:pt x="0" y="95249"/>
                </a:lnTo>
                <a:lnTo>
                  <a:pt x="0" y="0"/>
                </a:lnTo>
                <a:lnTo>
                  <a:pt x="4048124" y="0"/>
                </a:lnTo>
                <a:lnTo>
                  <a:pt x="4048124" y="95249"/>
                </a:lnTo>
                <a:close/>
              </a:path>
            </a:pathLst>
          </a:custGeom>
          <a:solidFill>
            <a:srgbClr val="6FB0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6216954"/>
            <a:ext cx="3863975" cy="4070350"/>
          </a:xfrm>
          <a:custGeom>
            <a:avLst/>
            <a:gdLst/>
            <a:ahLst/>
            <a:cxnLst/>
            <a:rect l="l" t="t" r="r" b="b"/>
            <a:pathLst>
              <a:path w="3863975" h="4070350">
                <a:moveTo>
                  <a:pt x="3018027" y="4070045"/>
                </a:moveTo>
                <a:lnTo>
                  <a:pt x="0" y="4070045"/>
                </a:lnTo>
                <a:lnTo>
                  <a:pt x="0" y="639648"/>
                </a:lnTo>
                <a:lnTo>
                  <a:pt x="639648" y="0"/>
                </a:lnTo>
                <a:lnTo>
                  <a:pt x="3863861" y="3224212"/>
                </a:lnTo>
                <a:lnTo>
                  <a:pt x="3018027" y="4070045"/>
                </a:lnTo>
                <a:close/>
              </a:path>
            </a:pathLst>
          </a:custGeom>
          <a:solidFill>
            <a:srgbClr val="6FB0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637031" y="1233388"/>
            <a:ext cx="2994660" cy="6400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0" spc="425">
                <a:solidFill>
                  <a:srgbClr val="FFFDFD"/>
                </a:solidFill>
                <a:latin typeface="SimSun"/>
                <a:cs typeface="SimSun"/>
              </a:rPr>
              <a:t>C</a:t>
            </a:r>
            <a:r>
              <a:rPr dirty="0" sz="4000" spc="215">
                <a:solidFill>
                  <a:srgbClr val="FFFDFD"/>
                </a:solidFill>
                <a:latin typeface="SimSun"/>
                <a:cs typeface="SimSun"/>
              </a:rPr>
              <a:t>o</a:t>
            </a:r>
            <a:r>
              <a:rPr dirty="0" sz="4000" spc="305">
                <a:solidFill>
                  <a:srgbClr val="FFFDFD"/>
                </a:solidFill>
                <a:latin typeface="SimSun"/>
                <a:cs typeface="SimSun"/>
              </a:rPr>
              <a:t>d</a:t>
            </a:r>
            <a:r>
              <a:rPr dirty="0" sz="4000" spc="40">
                <a:solidFill>
                  <a:srgbClr val="FFFDFD"/>
                </a:solidFill>
                <a:latin typeface="SimSun"/>
                <a:cs typeface="SimSun"/>
              </a:rPr>
              <a:t>e</a:t>
            </a:r>
            <a:r>
              <a:rPr dirty="0" sz="4000" spc="-1125">
                <a:solidFill>
                  <a:srgbClr val="FFFDFD"/>
                </a:solidFill>
                <a:latin typeface="SimSun"/>
                <a:cs typeface="SimSun"/>
              </a:rPr>
              <a:t> </a:t>
            </a:r>
            <a:r>
              <a:rPr dirty="0" sz="4000" spc="55">
                <a:solidFill>
                  <a:srgbClr val="FFFDFD"/>
                </a:solidFill>
                <a:latin typeface="SimSun"/>
                <a:cs typeface="SimSun"/>
              </a:rPr>
              <a:t>S</a:t>
            </a:r>
            <a:r>
              <a:rPr dirty="0" sz="4000" spc="-570">
                <a:solidFill>
                  <a:srgbClr val="FFFDFD"/>
                </a:solidFill>
                <a:latin typeface="SimSun"/>
                <a:cs typeface="SimSun"/>
              </a:rPr>
              <a:t>t</a:t>
            </a:r>
            <a:r>
              <a:rPr dirty="0" sz="4000" spc="265">
                <a:solidFill>
                  <a:srgbClr val="FFFDFD"/>
                </a:solidFill>
                <a:latin typeface="SimSun"/>
                <a:cs typeface="SimSun"/>
              </a:rPr>
              <a:t>u</a:t>
            </a:r>
            <a:r>
              <a:rPr dirty="0" sz="4000" spc="305">
                <a:solidFill>
                  <a:srgbClr val="FFFDFD"/>
                </a:solidFill>
                <a:latin typeface="SimSun"/>
                <a:cs typeface="SimSun"/>
              </a:rPr>
              <a:t>d</a:t>
            </a:r>
            <a:r>
              <a:rPr dirty="0" sz="4000" spc="-880">
                <a:solidFill>
                  <a:srgbClr val="FFFDFD"/>
                </a:solidFill>
                <a:latin typeface="SimSun"/>
                <a:cs typeface="SimSun"/>
              </a:rPr>
              <a:t>i</a:t>
            </a:r>
            <a:r>
              <a:rPr dirty="0" sz="4000" spc="195">
                <a:solidFill>
                  <a:srgbClr val="FFFDFD"/>
                </a:solidFill>
                <a:latin typeface="SimSun"/>
                <a:cs typeface="SimSun"/>
              </a:rPr>
              <a:t>o</a:t>
            </a:r>
            <a:r>
              <a:rPr dirty="0" sz="4000" spc="-1125">
                <a:solidFill>
                  <a:srgbClr val="FFFDFD"/>
                </a:solidFill>
                <a:latin typeface="SimSun"/>
                <a:cs typeface="SimSun"/>
              </a:rPr>
              <a:t> </a:t>
            </a:r>
            <a:r>
              <a:rPr dirty="0" sz="4000" spc="-795">
                <a:solidFill>
                  <a:srgbClr val="FFFDFD"/>
                </a:solidFill>
                <a:latin typeface="SimSun"/>
                <a:cs typeface="SimSun"/>
              </a:rPr>
              <a:t>:</a:t>
            </a:r>
            <a:endParaRPr sz="4000">
              <a:latin typeface="SimSun"/>
              <a:cs typeface="SimSu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62633"/>
            <a:ext cx="10316210" cy="5876925"/>
            <a:chOff x="0" y="62633"/>
            <a:chExt cx="10316210" cy="5876925"/>
          </a:xfrm>
        </p:grpSpPr>
        <p:sp>
          <p:nvSpPr>
            <p:cNvPr id="7" name="object 7"/>
            <p:cNvSpPr/>
            <p:nvPr/>
          </p:nvSpPr>
          <p:spPr>
            <a:xfrm>
              <a:off x="0" y="62633"/>
              <a:ext cx="2938780" cy="5876925"/>
            </a:xfrm>
            <a:custGeom>
              <a:avLst/>
              <a:gdLst/>
              <a:ahLst/>
              <a:cxnLst/>
              <a:rect l="l" t="t" r="r" b="b"/>
              <a:pathLst>
                <a:path w="2938780" h="5876925">
                  <a:moveTo>
                    <a:pt x="0" y="5876620"/>
                  </a:moveTo>
                  <a:lnTo>
                    <a:pt x="0" y="0"/>
                  </a:lnTo>
                  <a:lnTo>
                    <a:pt x="2938310" y="2937170"/>
                  </a:lnTo>
                  <a:lnTo>
                    <a:pt x="0" y="5876620"/>
                  </a:lnTo>
                  <a:close/>
                </a:path>
              </a:pathLst>
            </a:custGeom>
            <a:solidFill>
              <a:srgbClr val="484B6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3841" y="2117729"/>
              <a:ext cx="9382124" cy="3428999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2376" y="5743374"/>
            <a:ext cx="9020174" cy="40862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29309" y="915453"/>
            <a:ext cx="3413760" cy="6400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0">
                <a:latin typeface="SimSun"/>
                <a:cs typeface="SimSun"/>
              </a:rPr>
              <a:t>Authentication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2632" y="2491265"/>
            <a:ext cx="5342309" cy="533384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34316" y="3389665"/>
            <a:ext cx="5341416" cy="53338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667499" y="0"/>
            <a:ext cx="7620634" cy="5420995"/>
            <a:chOff x="10667499" y="0"/>
            <a:chExt cx="7620634" cy="5420995"/>
          </a:xfrm>
        </p:grpSpPr>
        <p:sp>
          <p:nvSpPr>
            <p:cNvPr id="3" name="object 3"/>
            <p:cNvSpPr/>
            <p:nvPr/>
          </p:nvSpPr>
          <p:spPr>
            <a:xfrm>
              <a:off x="13149999" y="0"/>
              <a:ext cx="5138420" cy="5093970"/>
            </a:xfrm>
            <a:custGeom>
              <a:avLst/>
              <a:gdLst/>
              <a:ahLst/>
              <a:cxnLst/>
              <a:rect l="l" t="t" r="r" b="b"/>
              <a:pathLst>
                <a:path w="5138419" h="5093970">
                  <a:moveTo>
                    <a:pt x="3224212" y="5093425"/>
                  </a:moveTo>
                  <a:lnTo>
                    <a:pt x="0" y="1869213"/>
                  </a:lnTo>
                  <a:lnTo>
                    <a:pt x="1869212" y="0"/>
                  </a:lnTo>
                  <a:lnTo>
                    <a:pt x="4579211" y="0"/>
                  </a:lnTo>
                  <a:lnTo>
                    <a:pt x="5138001" y="558789"/>
                  </a:lnTo>
                  <a:lnTo>
                    <a:pt x="5138001" y="3179636"/>
                  </a:lnTo>
                  <a:lnTo>
                    <a:pt x="3224212" y="5093425"/>
                  </a:lnTo>
                  <a:close/>
                </a:path>
              </a:pathLst>
            </a:custGeom>
            <a:solidFill>
              <a:srgbClr val="6FB0D9">
                <a:alpha val="8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1205250" y="1965250"/>
              <a:ext cx="2939415" cy="2941955"/>
            </a:xfrm>
            <a:custGeom>
              <a:avLst/>
              <a:gdLst/>
              <a:ahLst/>
              <a:cxnLst/>
              <a:rect l="l" t="t" r="r" b="b"/>
              <a:pathLst>
                <a:path w="2939415" h="2941954">
                  <a:moveTo>
                    <a:pt x="1200561" y="2941374"/>
                  </a:moveTo>
                  <a:lnTo>
                    <a:pt x="0" y="1738312"/>
                  </a:lnTo>
                  <a:lnTo>
                    <a:pt x="1738312" y="0"/>
                  </a:lnTo>
                  <a:lnTo>
                    <a:pt x="2938873" y="1203062"/>
                  </a:lnTo>
                  <a:lnTo>
                    <a:pt x="1200561" y="2941374"/>
                  </a:lnTo>
                  <a:close/>
                </a:path>
              </a:pathLst>
            </a:custGeom>
            <a:solidFill>
              <a:srgbClr val="6FB0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667499" y="1430000"/>
              <a:ext cx="2371725" cy="2371725"/>
            </a:xfrm>
            <a:custGeom>
              <a:avLst/>
              <a:gdLst/>
              <a:ahLst/>
              <a:cxnLst/>
              <a:rect l="l" t="t" r="r" b="b"/>
              <a:pathLst>
                <a:path w="2371725" h="2371725">
                  <a:moveTo>
                    <a:pt x="632795" y="2371108"/>
                  </a:moveTo>
                  <a:lnTo>
                    <a:pt x="0" y="1738312"/>
                  </a:lnTo>
                  <a:lnTo>
                    <a:pt x="1738312" y="0"/>
                  </a:lnTo>
                  <a:lnTo>
                    <a:pt x="2371108" y="630294"/>
                  </a:lnTo>
                  <a:lnTo>
                    <a:pt x="632795" y="2371108"/>
                  </a:lnTo>
                  <a:close/>
                </a:path>
              </a:pathLst>
            </a:custGeom>
            <a:solidFill>
              <a:srgbClr val="484B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6535002" y="3474687"/>
              <a:ext cx="1753235" cy="1946275"/>
            </a:xfrm>
            <a:custGeom>
              <a:avLst/>
              <a:gdLst/>
              <a:ahLst/>
              <a:cxnLst/>
              <a:rect l="l" t="t" r="r" b="b"/>
              <a:pathLst>
                <a:path w="1753234" h="1946275">
                  <a:moveTo>
                    <a:pt x="194729" y="1946162"/>
                  </a:moveTo>
                  <a:lnTo>
                    <a:pt x="0" y="1751433"/>
                  </a:lnTo>
                  <a:lnTo>
                    <a:pt x="1752996" y="0"/>
                  </a:lnTo>
                  <a:lnTo>
                    <a:pt x="1752996" y="386504"/>
                  </a:lnTo>
                  <a:lnTo>
                    <a:pt x="194729" y="1946162"/>
                  </a:lnTo>
                  <a:close/>
                </a:path>
              </a:pathLst>
            </a:custGeom>
            <a:solidFill>
              <a:srgbClr val="6FB0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0" y="7555931"/>
            <a:ext cx="5037455" cy="2731135"/>
          </a:xfrm>
          <a:custGeom>
            <a:avLst/>
            <a:gdLst/>
            <a:ahLst/>
            <a:cxnLst/>
            <a:rect l="l" t="t" r="r" b="b"/>
            <a:pathLst>
              <a:path w="5037455" h="2731134">
                <a:moveTo>
                  <a:pt x="5037285" y="2731067"/>
                </a:moveTo>
                <a:lnTo>
                  <a:pt x="0" y="2731067"/>
                </a:lnTo>
                <a:lnTo>
                  <a:pt x="0" y="2304264"/>
                </a:lnTo>
                <a:lnTo>
                  <a:pt x="2305157" y="0"/>
                </a:lnTo>
                <a:lnTo>
                  <a:pt x="5037285" y="2731067"/>
                </a:lnTo>
                <a:close/>
              </a:path>
            </a:pathLst>
          </a:custGeom>
          <a:solidFill>
            <a:srgbClr val="484B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986984"/>
            <a:ext cx="1985645" cy="3971290"/>
          </a:xfrm>
          <a:custGeom>
            <a:avLst/>
            <a:gdLst/>
            <a:ahLst/>
            <a:cxnLst/>
            <a:rect l="l" t="t" r="r" b="b"/>
            <a:pathLst>
              <a:path w="1985645" h="3971290">
                <a:moveTo>
                  <a:pt x="0" y="3970914"/>
                </a:moveTo>
                <a:lnTo>
                  <a:pt x="0" y="0"/>
                </a:lnTo>
                <a:lnTo>
                  <a:pt x="1985457" y="1985457"/>
                </a:lnTo>
                <a:lnTo>
                  <a:pt x="0" y="3970914"/>
                </a:lnTo>
                <a:close/>
              </a:path>
            </a:pathLst>
          </a:custGeom>
          <a:solidFill>
            <a:srgbClr val="6FB0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587089" y="3525017"/>
            <a:ext cx="4048125" cy="95250"/>
          </a:xfrm>
          <a:custGeom>
            <a:avLst/>
            <a:gdLst/>
            <a:ahLst/>
            <a:cxnLst/>
            <a:rect l="l" t="t" r="r" b="b"/>
            <a:pathLst>
              <a:path w="4048125" h="95250">
                <a:moveTo>
                  <a:pt x="4048124" y="95249"/>
                </a:moveTo>
                <a:lnTo>
                  <a:pt x="0" y="95249"/>
                </a:lnTo>
                <a:lnTo>
                  <a:pt x="0" y="0"/>
                </a:lnTo>
                <a:lnTo>
                  <a:pt x="4048124" y="0"/>
                </a:lnTo>
                <a:lnTo>
                  <a:pt x="4048124" y="95249"/>
                </a:lnTo>
                <a:close/>
              </a:path>
            </a:pathLst>
          </a:custGeom>
          <a:solidFill>
            <a:srgbClr val="6FB0D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2757" y="3361340"/>
            <a:ext cx="6591198" cy="6591198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102519" y="2730896"/>
            <a:ext cx="6427470" cy="6883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350" spc="135">
                <a:latin typeface="SimSun"/>
                <a:cs typeface="SimSun"/>
              </a:rPr>
              <a:t>F</a:t>
            </a:r>
            <a:r>
              <a:rPr dirty="0" sz="4350" spc="600">
                <a:latin typeface="SimSun"/>
                <a:cs typeface="SimSun"/>
              </a:rPr>
              <a:t>U</a:t>
            </a:r>
            <a:r>
              <a:rPr dirty="0" sz="4350" spc="505">
                <a:latin typeface="SimSun"/>
                <a:cs typeface="SimSun"/>
              </a:rPr>
              <a:t>T</a:t>
            </a:r>
            <a:r>
              <a:rPr dirty="0" sz="4350" spc="570">
                <a:latin typeface="SimSun"/>
                <a:cs typeface="SimSun"/>
              </a:rPr>
              <a:t>U</a:t>
            </a:r>
            <a:r>
              <a:rPr dirty="0" sz="4350" spc="555">
                <a:latin typeface="SimSun"/>
                <a:cs typeface="SimSun"/>
              </a:rPr>
              <a:t>R</a:t>
            </a:r>
            <a:r>
              <a:rPr dirty="0" sz="4350" spc="235">
                <a:latin typeface="SimSun"/>
                <a:cs typeface="SimSun"/>
              </a:rPr>
              <a:t>E</a:t>
            </a:r>
            <a:r>
              <a:rPr dirty="0" sz="4350" spc="-1230">
                <a:latin typeface="SimSun"/>
                <a:cs typeface="SimSun"/>
              </a:rPr>
              <a:t> </a:t>
            </a:r>
            <a:r>
              <a:rPr dirty="0" sz="4350" spc="235">
                <a:latin typeface="SimSun"/>
                <a:cs typeface="SimSun"/>
              </a:rPr>
              <a:t>E</a:t>
            </a:r>
            <a:r>
              <a:rPr dirty="0" sz="4350" spc="620">
                <a:latin typeface="SimSun"/>
                <a:cs typeface="SimSun"/>
              </a:rPr>
              <a:t>N</a:t>
            </a:r>
            <a:r>
              <a:rPr dirty="0" sz="4350" spc="830">
                <a:latin typeface="SimSun"/>
                <a:cs typeface="SimSun"/>
              </a:rPr>
              <a:t>H</a:t>
            </a:r>
            <a:r>
              <a:rPr dirty="0" sz="4350" spc="630">
                <a:latin typeface="SimSun"/>
                <a:cs typeface="SimSun"/>
              </a:rPr>
              <a:t>A</a:t>
            </a:r>
            <a:r>
              <a:rPr dirty="0" sz="4350" spc="575">
                <a:latin typeface="SimSun"/>
                <a:cs typeface="SimSun"/>
              </a:rPr>
              <a:t>N</a:t>
            </a:r>
            <a:r>
              <a:rPr dirty="0" sz="4350" spc="445">
                <a:latin typeface="SimSun"/>
                <a:cs typeface="SimSun"/>
              </a:rPr>
              <a:t>C</a:t>
            </a:r>
            <a:r>
              <a:rPr dirty="0" sz="4350" spc="235">
                <a:latin typeface="SimSun"/>
                <a:cs typeface="SimSun"/>
              </a:rPr>
              <a:t>E</a:t>
            </a:r>
            <a:r>
              <a:rPr dirty="0" sz="4350" spc="1265">
                <a:latin typeface="SimSun"/>
                <a:cs typeface="SimSun"/>
              </a:rPr>
              <a:t>M</a:t>
            </a:r>
            <a:r>
              <a:rPr dirty="0" sz="4350" spc="235">
                <a:latin typeface="SimSun"/>
                <a:cs typeface="SimSun"/>
              </a:rPr>
              <a:t>E</a:t>
            </a:r>
            <a:r>
              <a:rPr dirty="0" sz="4350" spc="665">
                <a:latin typeface="SimSun"/>
                <a:cs typeface="SimSun"/>
              </a:rPr>
              <a:t>N</a:t>
            </a:r>
            <a:r>
              <a:rPr dirty="0" sz="4350" spc="520">
                <a:latin typeface="SimSun"/>
                <a:cs typeface="SimSun"/>
              </a:rPr>
              <a:t>T</a:t>
            </a:r>
            <a:r>
              <a:rPr dirty="0" sz="4350" spc="90">
                <a:latin typeface="SimSun"/>
                <a:cs typeface="SimSun"/>
              </a:rPr>
              <a:t>S</a:t>
            </a:r>
            <a:r>
              <a:rPr dirty="0" sz="4350" spc="-869">
                <a:latin typeface="SimSun"/>
                <a:cs typeface="SimSun"/>
              </a:rPr>
              <a:t>:</a:t>
            </a:r>
            <a:endParaRPr sz="4350">
              <a:latin typeface="SimSun"/>
              <a:cs typeface="SimSu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200512" y="3936903"/>
            <a:ext cx="325120" cy="325120"/>
          </a:xfrm>
          <a:custGeom>
            <a:avLst/>
            <a:gdLst/>
            <a:ahLst/>
            <a:cxnLst/>
            <a:rect l="l" t="t" r="r" b="b"/>
            <a:pathLst>
              <a:path w="325119" h="325120">
                <a:moveTo>
                  <a:pt x="162483" y="324966"/>
                </a:moveTo>
                <a:lnTo>
                  <a:pt x="114386" y="317886"/>
                </a:lnTo>
                <a:lnTo>
                  <a:pt x="71649" y="297288"/>
                </a:lnTo>
                <a:lnTo>
                  <a:pt x="36930" y="265787"/>
                </a:lnTo>
                <a:lnTo>
                  <a:pt x="12585" y="225614"/>
                </a:lnTo>
                <a:lnTo>
                  <a:pt x="786" y="179014"/>
                </a:lnTo>
                <a:lnTo>
                  <a:pt x="0" y="162483"/>
                </a:lnTo>
                <a:lnTo>
                  <a:pt x="786" y="145913"/>
                </a:lnTo>
                <a:lnTo>
                  <a:pt x="12585" y="99352"/>
                </a:lnTo>
                <a:lnTo>
                  <a:pt x="36930" y="59178"/>
                </a:lnTo>
                <a:lnTo>
                  <a:pt x="71649" y="27626"/>
                </a:lnTo>
                <a:lnTo>
                  <a:pt x="114386" y="7079"/>
                </a:lnTo>
                <a:lnTo>
                  <a:pt x="162483" y="0"/>
                </a:lnTo>
                <a:lnTo>
                  <a:pt x="179052" y="786"/>
                </a:lnTo>
                <a:lnTo>
                  <a:pt x="225614" y="12585"/>
                </a:lnTo>
                <a:lnTo>
                  <a:pt x="265787" y="36988"/>
                </a:lnTo>
                <a:lnTo>
                  <a:pt x="297339" y="71674"/>
                </a:lnTo>
                <a:lnTo>
                  <a:pt x="317886" y="114348"/>
                </a:lnTo>
                <a:lnTo>
                  <a:pt x="324966" y="162483"/>
                </a:lnTo>
                <a:lnTo>
                  <a:pt x="324179" y="179014"/>
                </a:lnTo>
                <a:lnTo>
                  <a:pt x="312380" y="225614"/>
                </a:lnTo>
                <a:lnTo>
                  <a:pt x="287862" y="265787"/>
                </a:lnTo>
                <a:lnTo>
                  <a:pt x="252856" y="297288"/>
                </a:lnTo>
                <a:lnTo>
                  <a:pt x="210138" y="317886"/>
                </a:lnTo>
                <a:lnTo>
                  <a:pt x="162483" y="3249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313696" y="4946553"/>
            <a:ext cx="325120" cy="325120"/>
          </a:xfrm>
          <a:custGeom>
            <a:avLst/>
            <a:gdLst/>
            <a:ahLst/>
            <a:cxnLst/>
            <a:rect l="l" t="t" r="r" b="b"/>
            <a:pathLst>
              <a:path w="325119" h="325120">
                <a:moveTo>
                  <a:pt x="162483" y="324966"/>
                </a:moveTo>
                <a:lnTo>
                  <a:pt x="114386" y="317886"/>
                </a:lnTo>
                <a:lnTo>
                  <a:pt x="71649" y="297288"/>
                </a:lnTo>
                <a:lnTo>
                  <a:pt x="36930" y="265787"/>
                </a:lnTo>
                <a:lnTo>
                  <a:pt x="12585" y="225614"/>
                </a:lnTo>
                <a:lnTo>
                  <a:pt x="786" y="179014"/>
                </a:lnTo>
                <a:lnTo>
                  <a:pt x="0" y="162483"/>
                </a:lnTo>
                <a:lnTo>
                  <a:pt x="786" y="145913"/>
                </a:lnTo>
                <a:lnTo>
                  <a:pt x="12585" y="99352"/>
                </a:lnTo>
                <a:lnTo>
                  <a:pt x="36930" y="59178"/>
                </a:lnTo>
                <a:lnTo>
                  <a:pt x="71649" y="27626"/>
                </a:lnTo>
                <a:lnTo>
                  <a:pt x="114386" y="7079"/>
                </a:lnTo>
                <a:lnTo>
                  <a:pt x="162483" y="0"/>
                </a:lnTo>
                <a:lnTo>
                  <a:pt x="179052" y="786"/>
                </a:lnTo>
                <a:lnTo>
                  <a:pt x="225614" y="12585"/>
                </a:lnTo>
                <a:lnTo>
                  <a:pt x="265787" y="36988"/>
                </a:lnTo>
                <a:lnTo>
                  <a:pt x="297339" y="71674"/>
                </a:lnTo>
                <a:lnTo>
                  <a:pt x="317886" y="114348"/>
                </a:lnTo>
                <a:lnTo>
                  <a:pt x="324966" y="162483"/>
                </a:lnTo>
                <a:lnTo>
                  <a:pt x="324179" y="179014"/>
                </a:lnTo>
                <a:lnTo>
                  <a:pt x="312380" y="225614"/>
                </a:lnTo>
                <a:lnTo>
                  <a:pt x="287862" y="265787"/>
                </a:lnTo>
                <a:lnTo>
                  <a:pt x="252856" y="297288"/>
                </a:lnTo>
                <a:lnTo>
                  <a:pt x="210138" y="317886"/>
                </a:lnTo>
                <a:lnTo>
                  <a:pt x="162483" y="3249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200512" y="5946678"/>
            <a:ext cx="325120" cy="325120"/>
          </a:xfrm>
          <a:custGeom>
            <a:avLst/>
            <a:gdLst/>
            <a:ahLst/>
            <a:cxnLst/>
            <a:rect l="l" t="t" r="r" b="b"/>
            <a:pathLst>
              <a:path w="325119" h="325120">
                <a:moveTo>
                  <a:pt x="162483" y="324966"/>
                </a:moveTo>
                <a:lnTo>
                  <a:pt x="114386" y="317886"/>
                </a:lnTo>
                <a:lnTo>
                  <a:pt x="71649" y="297288"/>
                </a:lnTo>
                <a:lnTo>
                  <a:pt x="36930" y="265787"/>
                </a:lnTo>
                <a:lnTo>
                  <a:pt x="12585" y="225614"/>
                </a:lnTo>
                <a:lnTo>
                  <a:pt x="786" y="179014"/>
                </a:lnTo>
                <a:lnTo>
                  <a:pt x="0" y="162483"/>
                </a:lnTo>
                <a:lnTo>
                  <a:pt x="786" y="145913"/>
                </a:lnTo>
                <a:lnTo>
                  <a:pt x="12585" y="99352"/>
                </a:lnTo>
                <a:lnTo>
                  <a:pt x="36930" y="59178"/>
                </a:lnTo>
                <a:lnTo>
                  <a:pt x="71649" y="27626"/>
                </a:lnTo>
                <a:lnTo>
                  <a:pt x="114386" y="7079"/>
                </a:lnTo>
                <a:lnTo>
                  <a:pt x="162483" y="0"/>
                </a:lnTo>
                <a:lnTo>
                  <a:pt x="179052" y="786"/>
                </a:lnTo>
                <a:lnTo>
                  <a:pt x="225614" y="12585"/>
                </a:lnTo>
                <a:lnTo>
                  <a:pt x="265787" y="36988"/>
                </a:lnTo>
                <a:lnTo>
                  <a:pt x="297339" y="71674"/>
                </a:lnTo>
                <a:lnTo>
                  <a:pt x="317886" y="114348"/>
                </a:lnTo>
                <a:lnTo>
                  <a:pt x="324966" y="162483"/>
                </a:lnTo>
                <a:lnTo>
                  <a:pt x="324179" y="179014"/>
                </a:lnTo>
                <a:lnTo>
                  <a:pt x="312380" y="225614"/>
                </a:lnTo>
                <a:lnTo>
                  <a:pt x="287862" y="265787"/>
                </a:lnTo>
                <a:lnTo>
                  <a:pt x="252856" y="297288"/>
                </a:lnTo>
                <a:lnTo>
                  <a:pt x="210138" y="317886"/>
                </a:lnTo>
                <a:lnTo>
                  <a:pt x="162483" y="3249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166018" y="3825875"/>
            <a:ext cx="9169400" cy="354774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12700" marR="5080">
              <a:lnSpc>
                <a:spcPct val="100400"/>
              </a:lnSpc>
              <a:spcBef>
                <a:spcPts val="85"/>
              </a:spcBef>
              <a:buClr>
                <a:srgbClr val="000000"/>
              </a:buClr>
              <a:buFont typeface="Lucida Sans Unicode"/>
              <a:buChar char="●"/>
              <a:tabLst>
                <a:tab pos="683895" algn="l"/>
              </a:tabLst>
            </a:pPr>
            <a:r>
              <a:rPr dirty="0" sz="3300" spc="-290" b="1">
                <a:solidFill>
                  <a:srgbClr val="FFFFFF"/>
                </a:solidFill>
                <a:latin typeface="Times New Roman"/>
                <a:cs typeface="Times New Roman"/>
              </a:rPr>
              <a:t>AI</a:t>
            </a:r>
            <a:r>
              <a:rPr dirty="0" sz="3300" spc="-2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00" spc="-100" b="1">
                <a:solidFill>
                  <a:srgbClr val="FFFFFF"/>
                </a:solidFill>
                <a:latin typeface="Times New Roman"/>
                <a:cs typeface="Times New Roman"/>
              </a:rPr>
              <a:t>Code</a:t>
            </a:r>
            <a:r>
              <a:rPr dirty="0" sz="3300" spc="-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00" spc="-75" b="1">
                <a:solidFill>
                  <a:srgbClr val="FFFFFF"/>
                </a:solidFill>
                <a:latin typeface="Times New Roman"/>
                <a:cs typeface="Times New Roman"/>
              </a:rPr>
              <a:t>Assistance:</a:t>
            </a:r>
            <a:r>
              <a:rPr dirty="0" sz="3300" spc="-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00" spc="-45" b="1">
                <a:solidFill>
                  <a:srgbClr val="FFFFFF"/>
                </a:solidFill>
                <a:latin typeface="Times New Roman"/>
                <a:cs typeface="Times New Roman"/>
              </a:rPr>
              <a:t>Implement</a:t>
            </a:r>
            <a:r>
              <a:rPr dirty="0" sz="33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00" spc="-45" b="1">
                <a:solidFill>
                  <a:srgbClr val="FFFFFF"/>
                </a:solidFill>
                <a:latin typeface="Times New Roman"/>
                <a:cs typeface="Times New Roman"/>
              </a:rPr>
              <a:t>ai-driven</a:t>
            </a:r>
            <a:r>
              <a:rPr dirty="0" sz="33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00" spc="-5" b="1">
                <a:solidFill>
                  <a:srgbClr val="FFFFFF"/>
                </a:solidFill>
                <a:latin typeface="Times New Roman"/>
                <a:cs typeface="Times New Roman"/>
              </a:rPr>
              <a:t>code </a:t>
            </a:r>
            <a:r>
              <a:rPr dirty="0" sz="3300" spc="-8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00" b="1">
                <a:solidFill>
                  <a:srgbClr val="FFFFFF"/>
                </a:solidFill>
                <a:latin typeface="Times New Roman"/>
                <a:cs typeface="Times New Roman"/>
              </a:rPr>
              <a:t>suggestions</a:t>
            </a:r>
            <a:r>
              <a:rPr dirty="0" sz="3300" spc="-2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00" spc="-45" b="1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3300" spc="-2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00" spc="-30" b="1">
                <a:solidFill>
                  <a:srgbClr val="FFFFFF"/>
                </a:solidFill>
                <a:latin typeface="Times New Roman"/>
                <a:cs typeface="Times New Roman"/>
              </a:rPr>
              <a:t>auto-completion.</a:t>
            </a:r>
            <a:endParaRPr sz="3300">
              <a:latin typeface="Times New Roman"/>
              <a:cs typeface="Times New Roman"/>
            </a:endParaRPr>
          </a:p>
          <a:p>
            <a:pPr algn="just" lvl="1" marL="12700" marR="5080" indent="113030">
              <a:lnSpc>
                <a:spcPts val="3900"/>
              </a:lnSpc>
              <a:spcBef>
                <a:spcPts val="195"/>
              </a:spcBef>
              <a:buClr>
                <a:srgbClr val="000000"/>
              </a:buClr>
              <a:buFont typeface="Lucida Sans Unicode"/>
              <a:buChar char="●"/>
              <a:tabLst>
                <a:tab pos="618490" algn="l"/>
              </a:tabLst>
            </a:pPr>
            <a:r>
              <a:rPr dirty="0" sz="3300" spc="-75" b="1">
                <a:solidFill>
                  <a:srgbClr val="FFFFFF"/>
                </a:solidFill>
                <a:latin typeface="Times New Roman"/>
                <a:cs typeface="Times New Roman"/>
              </a:rPr>
              <a:t>Mobile </a:t>
            </a:r>
            <a:r>
              <a:rPr dirty="0" sz="3300" spc="-229" b="1">
                <a:solidFill>
                  <a:srgbClr val="FFFFFF"/>
                </a:solidFill>
                <a:latin typeface="Times New Roman"/>
                <a:cs typeface="Times New Roman"/>
              </a:rPr>
              <a:t>App: </a:t>
            </a:r>
            <a:r>
              <a:rPr dirty="0" sz="3300" spc="-40" b="1">
                <a:solidFill>
                  <a:srgbClr val="FFFFFF"/>
                </a:solidFill>
                <a:latin typeface="Times New Roman"/>
                <a:cs typeface="Times New Roman"/>
              </a:rPr>
              <a:t>Develop </a:t>
            </a:r>
            <a:r>
              <a:rPr dirty="0" sz="3300" spc="-85" b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3300" spc="-15" b="1">
                <a:solidFill>
                  <a:srgbClr val="FFFFFF"/>
                </a:solidFill>
                <a:latin typeface="Times New Roman"/>
                <a:cs typeface="Times New Roman"/>
              </a:rPr>
              <a:t>mobile </a:t>
            </a:r>
            <a:r>
              <a:rPr dirty="0" sz="3300" spc="-30" b="1">
                <a:solidFill>
                  <a:srgbClr val="FFFFFF"/>
                </a:solidFill>
                <a:latin typeface="Times New Roman"/>
                <a:cs typeface="Times New Roman"/>
              </a:rPr>
              <a:t>version </a:t>
            </a:r>
            <a:r>
              <a:rPr dirty="0" sz="3300" spc="-75" b="1">
                <a:solidFill>
                  <a:srgbClr val="FFFFFF"/>
                </a:solidFill>
                <a:latin typeface="Times New Roman"/>
                <a:cs typeface="Times New Roman"/>
              </a:rPr>
              <a:t>for </a:t>
            </a:r>
            <a:r>
              <a:rPr dirty="0" sz="3300" spc="-25" b="1">
                <a:solidFill>
                  <a:srgbClr val="FFFFFF"/>
                </a:solidFill>
                <a:latin typeface="Times New Roman"/>
                <a:cs typeface="Times New Roman"/>
              </a:rPr>
              <a:t>coding </a:t>
            </a:r>
            <a:r>
              <a:rPr dirty="0" sz="33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00" b="1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dirty="0" sz="3300" spc="-20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00" spc="10" b="1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3300" spc="-2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00" spc="-85" b="1">
                <a:solidFill>
                  <a:srgbClr val="FFFFFF"/>
                </a:solidFill>
                <a:latin typeface="Times New Roman"/>
                <a:cs typeface="Times New Roman"/>
              </a:rPr>
              <a:t>go.</a:t>
            </a:r>
            <a:endParaRPr sz="3300">
              <a:latin typeface="Times New Roman"/>
              <a:cs typeface="Times New Roman"/>
            </a:endParaRPr>
          </a:p>
          <a:p>
            <a:pPr algn="just" marL="12700" marR="5080">
              <a:lnSpc>
                <a:spcPts val="3979"/>
              </a:lnSpc>
              <a:buClr>
                <a:srgbClr val="000000"/>
              </a:buClr>
              <a:buFont typeface="Lucida Sans Unicode"/>
              <a:buChar char="●"/>
              <a:tabLst>
                <a:tab pos="490220" algn="l"/>
              </a:tabLst>
            </a:pPr>
            <a:r>
              <a:rPr dirty="0" sz="3300" spc="-50" b="1">
                <a:solidFill>
                  <a:srgbClr val="FFFFFF"/>
                </a:solidFill>
                <a:latin typeface="Times New Roman"/>
                <a:cs typeface="Times New Roman"/>
              </a:rPr>
              <a:t>Integrated </a:t>
            </a:r>
            <a:r>
              <a:rPr dirty="0" sz="3300" spc="-65" b="1">
                <a:solidFill>
                  <a:srgbClr val="FFFFFF"/>
                </a:solidFill>
                <a:latin typeface="Times New Roman"/>
                <a:cs typeface="Times New Roman"/>
              </a:rPr>
              <a:t>Documentation: </a:t>
            </a:r>
            <a:r>
              <a:rPr dirty="0" sz="3300" spc="-70" b="1">
                <a:solidFill>
                  <a:srgbClr val="FFFFFF"/>
                </a:solidFill>
                <a:latin typeface="Times New Roman"/>
                <a:cs typeface="Times New Roman"/>
              </a:rPr>
              <a:t>Provide </a:t>
            </a:r>
            <a:r>
              <a:rPr dirty="0" sz="3300" spc="-10" b="1">
                <a:solidFill>
                  <a:srgbClr val="FFFFFF"/>
                </a:solidFill>
                <a:latin typeface="Times New Roman"/>
                <a:cs typeface="Times New Roman"/>
              </a:rPr>
              <a:t>instant access </a:t>
            </a:r>
            <a:r>
              <a:rPr dirty="0" sz="3300" spc="-8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00" b="1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33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00" spc="-20" b="1">
                <a:solidFill>
                  <a:srgbClr val="FFFFFF"/>
                </a:solidFill>
                <a:latin typeface="Times New Roman"/>
                <a:cs typeface="Times New Roman"/>
              </a:rPr>
              <a:t>documentation</a:t>
            </a:r>
            <a:r>
              <a:rPr dirty="0" sz="33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00" spc="-75" b="1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3300" spc="-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00" spc="-50" b="1">
                <a:solidFill>
                  <a:srgbClr val="FFFFFF"/>
                </a:solidFill>
                <a:latin typeface="Times New Roman"/>
                <a:cs typeface="Times New Roman"/>
              </a:rPr>
              <a:t>various</a:t>
            </a:r>
            <a:r>
              <a:rPr dirty="0" sz="33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00" spc="-25" b="1">
                <a:solidFill>
                  <a:srgbClr val="FFFFFF"/>
                </a:solidFill>
                <a:latin typeface="Times New Roman"/>
                <a:cs typeface="Times New Roman"/>
              </a:rPr>
              <a:t>languages</a:t>
            </a:r>
            <a:r>
              <a:rPr dirty="0" sz="33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00" spc="-45" b="1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dirty="0" sz="33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00" spc="-35" b="1">
                <a:solidFill>
                  <a:srgbClr val="FFFFFF"/>
                </a:solidFill>
                <a:latin typeface="Times New Roman"/>
                <a:cs typeface="Times New Roman"/>
              </a:rPr>
              <a:t>libraries</a:t>
            </a:r>
            <a:endParaRPr sz="3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667499" y="0"/>
            <a:ext cx="7620634" cy="5420995"/>
            <a:chOff x="10667499" y="0"/>
            <a:chExt cx="7620634" cy="5420995"/>
          </a:xfrm>
        </p:grpSpPr>
        <p:sp>
          <p:nvSpPr>
            <p:cNvPr id="3" name="object 3"/>
            <p:cNvSpPr/>
            <p:nvPr/>
          </p:nvSpPr>
          <p:spPr>
            <a:xfrm>
              <a:off x="13149999" y="0"/>
              <a:ext cx="5138420" cy="5093970"/>
            </a:xfrm>
            <a:custGeom>
              <a:avLst/>
              <a:gdLst/>
              <a:ahLst/>
              <a:cxnLst/>
              <a:rect l="l" t="t" r="r" b="b"/>
              <a:pathLst>
                <a:path w="5138419" h="5093970">
                  <a:moveTo>
                    <a:pt x="3224212" y="5093425"/>
                  </a:moveTo>
                  <a:lnTo>
                    <a:pt x="0" y="1869213"/>
                  </a:lnTo>
                  <a:lnTo>
                    <a:pt x="1869212" y="0"/>
                  </a:lnTo>
                  <a:lnTo>
                    <a:pt x="4579211" y="0"/>
                  </a:lnTo>
                  <a:lnTo>
                    <a:pt x="5138001" y="558789"/>
                  </a:lnTo>
                  <a:lnTo>
                    <a:pt x="5138001" y="3179636"/>
                  </a:lnTo>
                  <a:lnTo>
                    <a:pt x="3224212" y="5093425"/>
                  </a:lnTo>
                  <a:close/>
                </a:path>
              </a:pathLst>
            </a:custGeom>
            <a:solidFill>
              <a:srgbClr val="6FB0D9">
                <a:alpha val="8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1205250" y="1965250"/>
              <a:ext cx="2939415" cy="2941955"/>
            </a:xfrm>
            <a:custGeom>
              <a:avLst/>
              <a:gdLst/>
              <a:ahLst/>
              <a:cxnLst/>
              <a:rect l="l" t="t" r="r" b="b"/>
              <a:pathLst>
                <a:path w="2939415" h="2941954">
                  <a:moveTo>
                    <a:pt x="1200561" y="2941374"/>
                  </a:moveTo>
                  <a:lnTo>
                    <a:pt x="0" y="1738312"/>
                  </a:lnTo>
                  <a:lnTo>
                    <a:pt x="1738312" y="0"/>
                  </a:lnTo>
                  <a:lnTo>
                    <a:pt x="2938873" y="1203062"/>
                  </a:lnTo>
                  <a:lnTo>
                    <a:pt x="1200561" y="2941374"/>
                  </a:lnTo>
                  <a:close/>
                </a:path>
              </a:pathLst>
            </a:custGeom>
            <a:solidFill>
              <a:srgbClr val="6FB0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667499" y="1430000"/>
              <a:ext cx="2371725" cy="2371725"/>
            </a:xfrm>
            <a:custGeom>
              <a:avLst/>
              <a:gdLst/>
              <a:ahLst/>
              <a:cxnLst/>
              <a:rect l="l" t="t" r="r" b="b"/>
              <a:pathLst>
                <a:path w="2371725" h="2371725">
                  <a:moveTo>
                    <a:pt x="632795" y="2371108"/>
                  </a:moveTo>
                  <a:lnTo>
                    <a:pt x="0" y="1738312"/>
                  </a:lnTo>
                  <a:lnTo>
                    <a:pt x="1738312" y="0"/>
                  </a:lnTo>
                  <a:lnTo>
                    <a:pt x="2371108" y="630294"/>
                  </a:lnTo>
                  <a:lnTo>
                    <a:pt x="632795" y="2371108"/>
                  </a:lnTo>
                  <a:close/>
                </a:path>
              </a:pathLst>
            </a:custGeom>
            <a:solidFill>
              <a:srgbClr val="484B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6535002" y="3474687"/>
              <a:ext cx="1753235" cy="1946275"/>
            </a:xfrm>
            <a:custGeom>
              <a:avLst/>
              <a:gdLst/>
              <a:ahLst/>
              <a:cxnLst/>
              <a:rect l="l" t="t" r="r" b="b"/>
              <a:pathLst>
                <a:path w="1753234" h="1946275">
                  <a:moveTo>
                    <a:pt x="194729" y="1946162"/>
                  </a:moveTo>
                  <a:lnTo>
                    <a:pt x="0" y="1751433"/>
                  </a:lnTo>
                  <a:lnTo>
                    <a:pt x="1752996" y="0"/>
                  </a:lnTo>
                  <a:lnTo>
                    <a:pt x="1752996" y="386504"/>
                  </a:lnTo>
                  <a:lnTo>
                    <a:pt x="194729" y="1946162"/>
                  </a:lnTo>
                  <a:close/>
                </a:path>
              </a:pathLst>
            </a:custGeom>
            <a:solidFill>
              <a:srgbClr val="6FB0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0" y="7555931"/>
            <a:ext cx="5037455" cy="2731135"/>
          </a:xfrm>
          <a:custGeom>
            <a:avLst/>
            <a:gdLst/>
            <a:ahLst/>
            <a:cxnLst/>
            <a:rect l="l" t="t" r="r" b="b"/>
            <a:pathLst>
              <a:path w="5037455" h="2731134">
                <a:moveTo>
                  <a:pt x="5037285" y="2731067"/>
                </a:moveTo>
                <a:lnTo>
                  <a:pt x="0" y="2731067"/>
                </a:lnTo>
                <a:lnTo>
                  <a:pt x="0" y="2304264"/>
                </a:lnTo>
                <a:lnTo>
                  <a:pt x="2305157" y="0"/>
                </a:lnTo>
                <a:lnTo>
                  <a:pt x="5037285" y="2731067"/>
                </a:lnTo>
                <a:close/>
              </a:path>
            </a:pathLst>
          </a:custGeom>
          <a:solidFill>
            <a:srgbClr val="484B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986984"/>
            <a:ext cx="1985645" cy="3971290"/>
          </a:xfrm>
          <a:custGeom>
            <a:avLst/>
            <a:gdLst/>
            <a:ahLst/>
            <a:cxnLst/>
            <a:rect l="l" t="t" r="r" b="b"/>
            <a:pathLst>
              <a:path w="1985645" h="3971290">
                <a:moveTo>
                  <a:pt x="0" y="3970914"/>
                </a:moveTo>
                <a:lnTo>
                  <a:pt x="0" y="0"/>
                </a:lnTo>
                <a:lnTo>
                  <a:pt x="1985457" y="1985457"/>
                </a:lnTo>
                <a:lnTo>
                  <a:pt x="0" y="3970914"/>
                </a:lnTo>
                <a:close/>
              </a:path>
            </a:pathLst>
          </a:custGeom>
          <a:solidFill>
            <a:srgbClr val="6FB0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056184" y="2592955"/>
            <a:ext cx="4048125" cy="95250"/>
          </a:xfrm>
          <a:custGeom>
            <a:avLst/>
            <a:gdLst/>
            <a:ahLst/>
            <a:cxnLst/>
            <a:rect l="l" t="t" r="r" b="b"/>
            <a:pathLst>
              <a:path w="4048125" h="95250">
                <a:moveTo>
                  <a:pt x="4048124" y="95249"/>
                </a:moveTo>
                <a:lnTo>
                  <a:pt x="0" y="95249"/>
                </a:lnTo>
                <a:lnTo>
                  <a:pt x="0" y="0"/>
                </a:lnTo>
                <a:lnTo>
                  <a:pt x="4048124" y="0"/>
                </a:lnTo>
                <a:lnTo>
                  <a:pt x="4048124" y="95249"/>
                </a:lnTo>
                <a:close/>
              </a:path>
            </a:pathLst>
          </a:custGeom>
          <a:solidFill>
            <a:srgbClr val="6FB0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617214" y="1592281"/>
            <a:ext cx="6610984" cy="6883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350" spc="30">
                <a:latin typeface="SimSun"/>
                <a:cs typeface="SimSun"/>
              </a:rPr>
              <a:t>F</a:t>
            </a:r>
            <a:r>
              <a:rPr dirty="0" sz="4350" spc="290">
                <a:latin typeface="SimSun"/>
                <a:cs typeface="SimSun"/>
              </a:rPr>
              <a:t>u</a:t>
            </a:r>
            <a:r>
              <a:rPr dirty="0" sz="4350" spc="-635">
                <a:latin typeface="SimSun"/>
                <a:cs typeface="SimSun"/>
              </a:rPr>
              <a:t>t</a:t>
            </a:r>
            <a:r>
              <a:rPr dirty="0" sz="4350" spc="290">
                <a:latin typeface="SimSun"/>
                <a:cs typeface="SimSun"/>
              </a:rPr>
              <a:t>u</a:t>
            </a:r>
            <a:r>
              <a:rPr dirty="0" sz="4350" spc="-330">
                <a:latin typeface="SimSun"/>
                <a:cs typeface="SimSun"/>
              </a:rPr>
              <a:t>r</a:t>
            </a:r>
            <a:r>
              <a:rPr dirty="0" sz="4350" spc="30">
                <a:latin typeface="SimSun"/>
                <a:cs typeface="SimSun"/>
              </a:rPr>
              <a:t>e</a:t>
            </a:r>
            <a:r>
              <a:rPr dirty="0" sz="4350" spc="-1230">
                <a:latin typeface="SimSun"/>
                <a:cs typeface="SimSun"/>
              </a:rPr>
              <a:t> </a:t>
            </a:r>
            <a:r>
              <a:rPr dirty="0" sz="4350" spc="445">
                <a:latin typeface="SimSun"/>
                <a:cs typeface="SimSun"/>
              </a:rPr>
              <a:t>C</a:t>
            </a:r>
            <a:r>
              <a:rPr dirty="0" sz="4350" spc="315">
                <a:latin typeface="SimSun"/>
                <a:cs typeface="SimSun"/>
              </a:rPr>
              <a:t>h</a:t>
            </a:r>
            <a:r>
              <a:rPr dirty="0" sz="4350" spc="75">
                <a:latin typeface="SimSun"/>
                <a:cs typeface="SimSun"/>
              </a:rPr>
              <a:t>a</a:t>
            </a:r>
            <a:r>
              <a:rPr dirty="0" sz="4350" spc="-935">
                <a:latin typeface="SimSun"/>
                <a:cs typeface="SimSun"/>
              </a:rPr>
              <a:t>ll</a:t>
            </a:r>
            <a:r>
              <a:rPr dirty="0" sz="4350" spc="30">
                <a:latin typeface="SimSun"/>
                <a:cs typeface="SimSun"/>
              </a:rPr>
              <a:t>e</a:t>
            </a:r>
            <a:r>
              <a:rPr dirty="0" sz="4350" spc="335">
                <a:latin typeface="SimSun"/>
                <a:cs typeface="SimSun"/>
              </a:rPr>
              <a:t>n</a:t>
            </a:r>
            <a:r>
              <a:rPr dirty="0" sz="4350" spc="60">
                <a:latin typeface="SimSun"/>
                <a:cs typeface="SimSun"/>
              </a:rPr>
              <a:t>g</a:t>
            </a:r>
            <a:r>
              <a:rPr dirty="0" sz="4350" spc="30">
                <a:latin typeface="SimSun"/>
                <a:cs typeface="SimSun"/>
              </a:rPr>
              <a:t>e</a:t>
            </a:r>
            <a:r>
              <a:rPr dirty="0" sz="4350" spc="-280">
                <a:latin typeface="SimSun"/>
                <a:cs typeface="SimSun"/>
              </a:rPr>
              <a:t>s</a:t>
            </a:r>
            <a:r>
              <a:rPr dirty="0" sz="4350" spc="-1230">
                <a:latin typeface="SimSun"/>
                <a:cs typeface="SimSun"/>
              </a:rPr>
              <a:t> </a:t>
            </a:r>
            <a:r>
              <a:rPr dirty="0" sz="4350" spc="-60">
                <a:latin typeface="SimSun"/>
                <a:cs typeface="SimSun"/>
              </a:rPr>
              <a:t>F</a:t>
            </a:r>
            <a:r>
              <a:rPr dirty="0" sz="4350" spc="10">
                <a:latin typeface="SimSun"/>
                <a:cs typeface="SimSun"/>
              </a:rPr>
              <a:t>e</a:t>
            </a:r>
            <a:r>
              <a:rPr dirty="0" sz="4350" spc="65">
                <a:latin typeface="SimSun"/>
                <a:cs typeface="SimSun"/>
              </a:rPr>
              <a:t>a</a:t>
            </a:r>
            <a:r>
              <a:rPr dirty="0" sz="4350" spc="-260">
                <a:latin typeface="SimSun"/>
                <a:cs typeface="SimSun"/>
              </a:rPr>
              <a:t>r</a:t>
            </a:r>
            <a:r>
              <a:rPr dirty="0" sz="4350" spc="290">
                <a:latin typeface="SimSun"/>
                <a:cs typeface="SimSun"/>
              </a:rPr>
              <a:t>u</a:t>
            </a:r>
            <a:r>
              <a:rPr dirty="0" sz="4350" spc="-330">
                <a:latin typeface="SimSun"/>
                <a:cs typeface="SimSun"/>
              </a:rPr>
              <a:t>r</a:t>
            </a:r>
            <a:r>
              <a:rPr dirty="0" sz="4350" spc="30">
                <a:latin typeface="SimSun"/>
                <a:cs typeface="SimSun"/>
              </a:rPr>
              <a:t>e</a:t>
            </a:r>
            <a:r>
              <a:rPr dirty="0" sz="4350" spc="-869">
                <a:latin typeface="SimSun"/>
                <a:cs typeface="SimSun"/>
              </a:rPr>
              <a:t>:</a:t>
            </a:r>
            <a:endParaRPr sz="4350">
              <a:latin typeface="SimSun"/>
              <a:cs typeface="SimSu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2364" y="3320700"/>
            <a:ext cx="11172824" cy="49579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371777" y="0"/>
            <a:ext cx="3476625" cy="1929764"/>
            <a:chOff x="11371777" y="0"/>
            <a:chExt cx="3476625" cy="1929764"/>
          </a:xfrm>
        </p:grpSpPr>
        <p:sp>
          <p:nvSpPr>
            <p:cNvPr id="3" name="object 3"/>
            <p:cNvSpPr/>
            <p:nvPr/>
          </p:nvSpPr>
          <p:spPr>
            <a:xfrm>
              <a:off x="11907027" y="0"/>
              <a:ext cx="2941955" cy="1929764"/>
            </a:xfrm>
            <a:custGeom>
              <a:avLst/>
              <a:gdLst/>
              <a:ahLst/>
              <a:cxnLst/>
              <a:rect l="l" t="t" r="r" b="b"/>
              <a:pathLst>
                <a:path w="2941955" h="1929764">
                  <a:moveTo>
                    <a:pt x="1203062" y="1929681"/>
                  </a:moveTo>
                  <a:lnTo>
                    <a:pt x="0" y="729120"/>
                  </a:lnTo>
                  <a:lnTo>
                    <a:pt x="729121" y="0"/>
                  </a:lnTo>
                  <a:lnTo>
                    <a:pt x="2749607" y="0"/>
                  </a:lnTo>
                  <a:lnTo>
                    <a:pt x="2941374" y="191368"/>
                  </a:lnTo>
                  <a:lnTo>
                    <a:pt x="1203062" y="1929681"/>
                  </a:lnTo>
                  <a:close/>
                </a:path>
              </a:pathLst>
            </a:custGeom>
            <a:solidFill>
              <a:srgbClr val="484B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1371777" y="0"/>
              <a:ext cx="1454785" cy="824230"/>
            </a:xfrm>
            <a:custGeom>
              <a:avLst/>
              <a:gdLst/>
              <a:ahLst/>
              <a:cxnLst/>
              <a:rect l="l" t="t" r="r" b="b"/>
              <a:pathLst>
                <a:path w="1454784" h="824230">
                  <a:moveTo>
                    <a:pt x="630294" y="824165"/>
                  </a:moveTo>
                  <a:lnTo>
                    <a:pt x="0" y="191369"/>
                  </a:lnTo>
                  <a:lnTo>
                    <a:pt x="191369" y="0"/>
                  </a:lnTo>
                  <a:lnTo>
                    <a:pt x="1454460" y="0"/>
                  </a:lnTo>
                  <a:lnTo>
                    <a:pt x="630294" y="824165"/>
                  </a:lnTo>
                  <a:close/>
                </a:path>
              </a:pathLst>
            </a:custGeom>
            <a:solidFill>
              <a:srgbClr val="6FB0D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0" y="0"/>
            <a:ext cx="6746875" cy="7459345"/>
            <a:chOff x="0" y="0"/>
            <a:chExt cx="6746875" cy="7459345"/>
          </a:xfrm>
        </p:grpSpPr>
        <p:sp>
          <p:nvSpPr>
            <p:cNvPr id="6" name="object 6"/>
            <p:cNvSpPr/>
            <p:nvPr/>
          </p:nvSpPr>
          <p:spPr>
            <a:xfrm>
              <a:off x="5334277" y="0"/>
              <a:ext cx="1412240" cy="1219200"/>
            </a:xfrm>
            <a:custGeom>
              <a:avLst/>
              <a:gdLst/>
              <a:ahLst/>
              <a:cxnLst/>
              <a:rect l="l" t="t" r="r" b="b"/>
              <a:pathLst>
                <a:path w="1412240" h="1219200">
                  <a:moveTo>
                    <a:pt x="192233" y="1218907"/>
                  </a:moveTo>
                  <a:lnTo>
                    <a:pt x="0" y="1026674"/>
                  </a:lnTo>
                  <a:lnTo>
                    <a:pt x="1025758" y="0"/>
                  </a:lnTo>
                  <a:lnTo>
                    <a:pt x="1412229" y="0"/>
                  </a:lnTo>
                  <a:lnTo>
                    <a:pt x="192233" y="1218907"/>
                  </a:lnTo>
                  <a:close/>
                </a:path>
              </a:pathLst>
            </a:custGeom>
            <a:solidFill>
              <a:srgbClr val="6FB0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881776" y="605557"/>
              <a:ext cx="3476625" cy="3476625"/>
            </a:xfrm>
            <a:custGeom>
              <a:avLst/>
              <a:gdLst/>
              <a:ahLst/>
              <a:cxnLst/>
              <a:rect l="l" t="t" r="r" b="b"/>
              <a:pathLst>
                <a:path w="3476625" h="3476625">
                  <a:moveTo>
                    <a:pt x="1739562" y="3476624"/>
                  </a:moveTo>
                  <a:lnTo>
                    <a:pt x="0" y="1738312"/>
                  </a:lnTo>
                  <a:lnTo>
                    <a:pt x="1739562" y="0"/>
                  </a:lnTo>
                  <a:lnTo>
                    <a:pt x="3476624" y="1738312"/>
                  </a:lnTo>
                  <a:lnTo>
                    <a:pt x="1739562" y="3476624"/>
                  </a:lnTo>
                  <a:close/>
                </a:path>
              </a:pathLst>
            </a:custGeom>
            <a:solidFill>
              <a:srgbClr val="484B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0" y="1010557"/>
              <a:ext cx="4470400" cy="6448425"/>
            </a:xfrm>
            <a:custGeom>
              <a:avLst/>
              <a:gdLst/>
              <a:ahLst/>
              <a:cxnLst/>
              <a:rect l="l" t="t" r="r" b="b"/>
              <a:pathLst>
                <a:path w="4470400" h="6448425">
                  <a:moveTo>
                    <a:pt x="1247240" y="6448424"/>
                  </a:moveTo>
                  <a:lnTo>
                    <a:pt x="0" y="5202151"/>
                  </a:lnTo>
                  <a:lnTo>
                    <a:pt x="0" y="1247239"/>
                  </a:lnTo>
                  <a:lnTo>
                    <a:pt x="1247239" y="0"/>
                  </a:lnTo>
                  <a:lnTo>
                    <a:pt x="4470201" y="3225462"/>
                  </a:lnTo>
                  <a:lnTo>
                    <a:pt x="1247240" y="6448424"/>
                  </a:lnTo>
                  <a:close/>
                </a:path>
              </a:pathLst>
            </a:custGeom>
            <a:solidFill>
              <a:srgbClr val="6FB0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/>
          <p:nvPr/>
        </p:nvSpPr>
        <p:spPr>
          <a:xfrm>
            <a:off x="13284277" y="0"/>
            <a:ext cx="5003800" cy="5329555"/>
          </a:xfrm>
          <a:custGeom>
            <a:avLst/>
            <a:gdLst/>
            <a:ahLst/>
            <a:cxnLst/>
            <a:rect l="l" t="t" r="r" b="b"/>
            <a:pathLst>
              <a:path w="5003800" h="5329555">
                <a:moveTo>
                  <a:pt x="3225462" y="5328981"/>
                </a:moveTo>
                <a:lnTo>
                  <a:pt x="0" y="2103519"/>
                </a:lnTo>
                <a:lnTo>
                  <a:pt x="2105151" y="0"/>
                </a:lnTo>
                <a:lnTo>
                  <a:pt x="4344905" y="0"/>
                </a:lnTo>
                <a:lnTo>
                  <a:pt x="5003721" y="658816"/>
                </a:lnTo>
                <a:lnTo>
                  <a:pt x="5003721" y="3549342"/>
                </a:lnTo>
                <a:lnTo>
                  <a:pt x="3225462" y="5328981"/>
                </a:lnTo>
                <a:close/>
              </a:path>
            </a:pathLst>
          </a:custGeom>
          <a:solidFill>
            <a:srgbClr val="484B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66167" y="0"/>
            <a:ext cx="4335145" cy="2166620"/>
          </a:xfrm>
          <a:custGeom>
            <a:avLst/>
            <a:gdLst/>
            <a:ahLst/>
            <a:cxnLst/>
            <a:rect l="l" t="t" r="r" b="b"/>
            <a:pathLst>
              <a:path w="4335145" h="2166620">
                <a:moveTo>
                  <a:pt x="2167322" y="2166481"/>
                </a:moveTo>
                <a:lnTo>
                  <a:pt x="0" y="0"/>
                </a:lnTo>
                <a:lnTo>
                  <a:pt x="4334644" y="0"/>
                </a:lnTo>
                <a:lnTo>
                  <a:pt x="2167322" y="2166481"/>
                </a:lnTo>
                <a:close/>
              </a:path>
            </a:pathLst>
          </a:custGeom>
          <a:solidFill>
            <a:srgbClr val="484B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R="5080">
              <a:lnSpc>
                <a:spcPct val="100600"/>
              </a:lnSpc>
              <a:spcBef>
                <a:spcPts val="100"/>
              </a:spcBef>
            </a:pPr>
            <a:r>
              <a:rPr dirty="0" spc="-65"/>
              <a:t>This </a:t>
            </a:r>
            <a:r>
              <a:rPr dirty="0" spc="-70"/>
              <a:t>online code </a:t>
            </a:r>
            <a:r>
              <a:rPr dirty="0" spc="-90"/>
              <a:t>editor </a:t>
            </a:r>
            <a:r>
              <a:rPr dirty="0" spc="-5"/>
              <a:t>has </a:t>
            </a:r>
            <a:r>
              <a:rPr dirty="0" spc="-75"/>
              <a:t>the </a:t>
            </a:r>
            <a:r>
              <a:rPr dirty="0" spc="-90"/>
              <a:t>potential </a:t>
            </a:r>
            <a:r>
              <a:rPr dirty="0" spc="10"/>
              <a:t>to </a:t>
            </a:r>
            <a:r>
              <a:rPr dirty="0" spc="15"/>
              <a:t> </a:t>
            </a:r>
            <a:r>
              <a:rPr dirty="0" spc="-85"/>
              <a:t>revolutionize </a:t>
            </a:r>
            <a:r>
              <a:rPr dirty="0" spc="-70"/>
              <a:t>online </a:t>
            </a:r>
            <a:r>
              <a:rPr dirty="0" spc="-80"/>
              <a:t>collaboration </a:t>
            </a:r>
            <a:r>
              <a:rPr dirty="0" spc="-25"/>
              <a:t>by </a:t>
            </a:r>
            <a:r>
              <a:rPr dirty="0" spc="-55"/>
              <a:t>allowing </a:t>
            </a:r>
            <a:r>
              <a:rPr dirty="0" spc="-50"/>
              <a:t> </a:t>
            </a:r>
            <a:r>
              <a:rPr dirty="0" spc="-50"/>
              <a:t>d</a:t>
            </a:r>
            <a:r>
              <a:rPr dirty="0" spc="-130"/>
              <a:t>e</a:t>
            </a:r>
            <a:r>
              <a:rPr dirty="0" spc="-15"/>
              <a:t>v</a:t>
            </a:r>
            <a:r>
              <a:rPr dirty="0" spc="-130"/>
              <a:t>e</a:t>
            </a:r>
            <a:r>
              <a:rPr dirty="0" spc="-245"/>
              <a:t>l</a:t>
            </a:r>
            <a:r>
              <a:rPr dirty="0" spc="145"/>
              <a:t>o</a:t>
            </a:r>
            <a:r>
              <a:rPr dirty="0" spc="-50"/>
              <a:t>p</a:t>
            </a:r>
            <a:r>
              <a:rPr dirty="0" spc="-130"/>
              <a:t>e</a:t>
            </a:r>
            <a:r>
              <a:rPr dirty="0" spc="-175"/>
              <a:t>r</a:t>
            </a:r>
            <a:r>
              <a:rPr dirty="0" spc="50"/>
              <a:t>s</a:t>
            </a:r>
            <a:r>
              <a:rPr dirty="0" spc="-250"/>
              <a:t> </a:t>
            </a:r>
            <a:r>
              <a:rPr dirty="0" spc="-120"/>
              <a:t>t</a:t>
            </a:r>
            <a:r>
              <a:rPr dirty="0" spc="145"/>
              <a:t>o</a:t>
            </a:r>
            <a:r>
              <a:rPr dirty="0" spc="-250"/>
              <a:t> </a:t>
            </a:r>
            <a:r>
              <a:rPr dirty="0" spc="35"/>
              <a:t>w</a:t>
            </a:r>
            <a:r>
              <a:rPr dirty="0" spc="145"/>
              <a:t>o</a:t>
            </a:r>
            <a:r>
              <a:rPr dirty="0" spc="-175"/>
              <a:t>r</a:t>
            </a:r>
            <a:r>
              <a:rPr dirty="0"/>
              <a:t>k</a:t>
            </a:r>
            <a:r>
              <a:rPr dirty="0" spc="-250"/>
              <a:t> </a:t>
            </a:r>
            <a:r>
              <a:rPr dirty="0" spc="-120"/>
              <a:t>t</a:t>
            </a:r>
            <a:r>
              <a:rPr dirty="0" spc="145"/>
              <a:t>o</a:t>
            </a:r>
            <a:r>
              <a:rPr dirty="0" spc="135"/>
              <a:t>g</a:t>
            </a:r>
            <a:r>
              <a:rPr dirty="0" spc="-130"/>
              <a:t>e</a:t>
            </a:r>
            <a:r>
              <a:rPr dirty="0" spc="-105"/>
              <a:t>t</a:t>
            </a:r>
            <a:r>
              <a:rPr dirty="0" spc="10"/>
              <a:t>h</a:t>
            </a:r>
            <a:r>
              <a:rPr dirty="0" spc="-130"/>
              <a:t>e</a:t>
            </a:r>
            <a:r>
              <a:rPr dirty="0" spc="-175"/>
              <a:t>r</a:t>
            </a:r>
            <a:r>
              <a:rPr dirty="0" spc="-250"/>
              <a:t> </a:t>
            </a:r>
            <a:r>
              <a:rPr dirty="0" spc="-210"/>
              <a:t>i</a:t>
            </a:r>
            <a:r>
              <a:rPr dirty="0" spc="15"/>
              <a:t>n</a:t>
            </a:r>
            <a:r>
              <a:rPr dirty="0" spc="-250"/>
              <a:t> </a:t>
            </a:r>
            <a:r>
              <a:rPr dirty="0" spc="-229"/>
              <a:t>r</a:t>
            </a:r>
            <a:r>
              <a:rPr dirty="0" spc="-130"/>
              <a:t>e</a:t>
            </a:r>
            <a:r>
              <a:rPr dirty="0" spc="-75"/>
              <a:t>a</a:t>
            </a:r>
            <a:r>
              <a:rPr dirty="0" spc="-245"/>
              <a:t>l</a:t>
            </a:r>
            <a:r>
              <a:rPr dirty="0" spc="40"/>
              <a:t>-</a:t>
            </a:r>
            <a:r>
              <a:rPr dirty="0" spc="-105"/>
              <a:t>t</a:t>
            </a:r>
            <a:r>
              <a:rPr dirty="0" spc="-210"/>
              <a:t>i</a:t>
            </a:r>
            <a:r>
              <a:rPr dirty="0" spc="5"/>
              <a:t>m</a:t>
            </a:r>
            <a:r>
              <a:rPr dirty="0" spc="-130"/>
              <a:t>e</a:t>
            </a:r>
            <a:r>
              <a:rPr dirty="0" spc="-505"/>
              <a:t>.</a:t>
            </a:r>
            <a:r>
              <a:rPr dirty="0" spc="-250"/>
              <a:t> </a:t>
            </a:r>
            <a:r>
              <a:rPr dirty="0" spc="5"/>
              <a:t>B</a:t>
            </a:r>
            <a:r>
              <a:rPr dirty="0" spc="15"/>
              <a:t>y  </a:t>
            </a:r>
            <a:r>
              <a:rPr dirty="0" spc="-85"/>
              <a:t>increasing </a:t>
            </a:r>
            <a:r>
              <a:rPr dirty="0" spc="-130"/>
              <a:t>productivity, </a:t>
            </a:r>
            <a:r>
              <a:rPr dirty="0" spc="-45"/>
              <a:t>improving </a:t>
            </a:r>
            <a:r>
              <a:rPr dirty="0" spc="-70"/>
              <a:t>code </a:t>
            </a:r>
            <a:r>
              <a:rPr dirty="0" spc="-170"/>
              <a:t>quality, </a:t>
            </a:r>
            <a:r>
              <a:rPr dirty="0" spc="-40"/>
              <a:t>and </a:t>
            </a:r>
            <a:r>
              <a:rPr dirty="0" spc="-1040"/>
              <a:t> </a:t>
            </a:r>
            <a:r>
              <a:rPr dirty="0" spc="-130"/>
              <a:t>e</a:t>
            </a:r>
            <a:r>
              <a:rPr dirty="0" spc="15"/>
              <a:t>n</a:t>
            </a:r>
            <a:r>
              <a:rPr dirty="0" spc="10"/>
              <a:t>h</a:t>
            </a:r>
            <a:r>
              <a:rPr dirty="0" spc="-75"/>
              <a:t>a</a:t>
            </a:r>
            <a:r>
              <a:rPr dirty="0" spc="15"/>
              <a:t>n</a:t>
            </a:r>
            <a:r>
              <a:rPr dirty="0" spc="-195"/>
              <a:t>c</a:t>
            </a:r>
            <a:r>
              <a:rPr dirty="0" spc="-210"/>
              <a:t>i</a:t>
            </a:r>
            <a:r>
              <a:rPr dirty="0" spc="15"/>
              <a:t>n</a:t>
            </a:r>
            <a:r>
              <a:rPr dirty="0" spc="135"/>
              <a:t>g</a:t>
            </a:r>
            <a:r>
              <a:rPr dirty="0" spc="-250"/>
              <a:t> </a:t>
            </a:r>
            <a:r>
              <a:rPr dirty="0" spc="-240"/>
              <a:t>c</a:t>
            </a:r>
            <a:r>
              <a:rPr dirty="0" spc="145"/>
              <a:t>o</a:t>
            </a:r>
            <a:r>
              <a:rPr dirty="0" spc="-245"/>
              <a:t>ll</a:t>
            </a:r>
            <a:r>
              <a:rPr dirty="0" spc="-75"/>
              <a:t>a</a:t>
            </a:r>
            <a:r>
              <a:rPr dirty="0" spc="-55"/>
              <a:t>b</a:t>
            </a:r>
            <a:r>
              <a:rPr dirty="0" spc="145"/>
              <a:t>o</a:t>
            </a:r>
            <a:r>
              <a:rPr dirty="0" spc="-200"/>
              <a:t>r</a:t>
            </a:r>
            <a:r>
              <a:rPr dirty="0" spc="-75"/>
              <a:t>a</a:t>
            </a:r>
            <a:r>
              <a:rPr dirty="0" spc="-105"/>
              <a:t>t</a:t>
            </a:r>
            <a:r>
              <a:rPr dirty="0" spc="-210"/>
              <a:t>i</a:t>
            </a:r>
            <a:r>
              <a:rPr dirty="0" spc="145"/>
              <a:t>o</a:t>
            </a:r>
            <a:r>
              <a:rPr dirty="0" spc="15"/>
              <a:t>n</a:t>
            </a:r>
            <a:r>
              <a:rPr dirty="0" spc="-545"/>
              <a:t>,</a:t>
            </a:r>
            <a:r>
              <a:rPr dirty="0" spc="-250"/>
              <a:t> </a:t>
            </a:r>
            <a:r>
              <a:rPr dirty="0" spc="-75"/>
              <a:t>a</a:t>
            </a:r>
            <a:r>
              <a:rPr dirty="0" spc="-250"/>
              <a:t> </a:t>
            </a:r>
            <a:r>
              <a:rPr dirty="0" spc="270"/>
              <a:t>W</a:t>
            </a:r>
            <a:r>
              <a:rPr dirty="0" spc="-130"/>
              <a:t>e</a:t>
            </a:r>
            <a:r>
              <a:rPr dirty="0" spc="-105"/>
              <a:t>b</a:t>
            </a:r>
            <a:r>
              <a:rPr dirty="0" spc="170"/>
              <a:t>S</a:t>
            </a:r>
            <a:r>
              <a:rPr dirty="0" spc="145"/>
              <a:t>o</a:t>
            </a:r>
            <a:r>
              <a:rPr dirty="0" spc="-195"/>
              <a:t>c</a:t>
            </a:r>
            <a:r>
              <a:rPr dirty="0" spc="-90"/>
              <a:t>k</a:t>
            </a:r>
            <a:r>
              <a:rPr dirty="0" spc="-130"/>
              <a:t>e</a:t>
            </a:r>
            <a:r>
              <a:rPr dirty="0" spc="-220"/>
              <a:t>t</a:t>
            </a:r>
            <a:r>
              <a:rPr dirty="0" spc="90"/>
              <a:t>-</a:t>
            </a:r>
            <a:r>
              <a:rPr dirty="0" spc="-55"/>
              <a:t>b</a:t>
            </a:r>
            <a:r>
              <a:rPr dirty="0" spc="-75"/>
              <a:t>a</a:t>
            </a:r>
            <a:r>
              <a:rPr dirty="0" spc="-40"/>
              <a:t>se</a:t>
            </a:r>
            <a:r>
              <a:rPr dirty="0" spc="-50"/>
              <a:t>d</a:t>
            </a:r>
            <a:r>
              <a:rPr dirty="0" spc="-250"/>
              <a:t> </a:t>
            </a:r>
            <a:r>
              <a:rPr dirty="0" spc="145"/>
              <a:t>o</a:t>
            </a:r>
            <a:r>
              <a:rPr dirty="0" spc="15"/>
              <a:t>n</a:t>
            </a:r>
            <a:r>
              <a:rPr dirty="0" spc="-245"/>
              <a:t>l</a:t>
            </a:r>
            <a:r>
              <a:rPr dirty="0" spc="-210"/>
              <a:t>i</a:t>
            </a:r>
            <a:r>
              <a:rPr dirty="0" spc="15"/>
              <a:t>n</a:t>
            </a:r>
            <a:r>
              <a:rPr dirty="0" spc="-90"/>
              <a:t>e  </a:t>
            </a:r>
            <a:r>
              <a:rPr dirty="0" spc="-240"/>
              <a:t>c</a:t>
            </a:r>
            <a:r>
              <a:rPr dirty="0" spc="145"/>
              <a:t>o</a:t>
            </a:r>
            <a:r>
              <a:rPr dirty="0" spc="-50"/>
              <a:t>d</a:t>
            </a:r>
            <a:r>
              <a:rPr dirty="0" spc="-130"/>
              <a:t>e</a:t>
            </a:r>
            <a:r>
              <a:rPr dirty="0" spc="-250"/>
              <a:t> </a:t>
            </a:r>
            <a:r>
              <a:rPr dirty="0" spc="-130"/>
              <a:t>e</a:t>
            </a:r>
            <a:r>
              <a:rPr dirty="0" spc="-50"/>
              <a:t>d</a:t>
            </a:r>
            <a:r>
              <a:rPr dirty="0" spc="-210"/>
              <a:t>i</a:t>
            </a:r>
            <a:r>
              <a:rPr dirty="0" spc="-120"/>
              <a:t>t</a:t>
            </a:r>
            <a:r>
              <a:rPr dirty="0" spc="145"/>
              <a:t>o</a:t>
            </a:r>
            <a:r>
              <a:rPr dirty="0" spc="-175"/>
              <a:t>r</a:t>
            </a:r>
            <a:r>
              <a:rPr dirty="0" spc="-250"/>
              <a:t> </a:t>
            </a:r>
            <a:r>
              <a:rPr dirty="0" spc="-210"/>
              <a:t>c</a:t>
            </a:r>
            <a:r>
              <a:rPr dirty="0" spc="-75"/>
              <a:t>a</a:t>
            </a:r>
            <a:r>
              <a:rPr dirty="0" spc="15"/>
              <a:t>n</a:t>
            </a:r>
            <a:r>
              <a:rPr dirty="0" spc="-250"/>
              <a:t> </a:t>
            </a:r>
            <a:r>
              <a:rPr dirty="0" spc="10"/>
              <a:t>h</a:t>
            </a:r>
            <a:r>
              <a:rPr dirty="0" spc="-130"/>
              <a:t>e</a:t>
            </a:r>
            <a:r>
              <a:rPr dirty="0" spc="-245"/>
              <a:t>l</a:t>
            </a:r>
            <a:r>
              <a:rPr dirty="0" spc="-50"/>
              <a:t>p</a:t>
            </a:r>
            <a:r>
              <a:rPr dirty="0" spc="-250"/>
              <a:t> </a:t>
            </a:r>
            <a:r>
              <a:rPr dirty="0" spc="-50"/>
              <a:t>d</a:t>
            </a:r>
            <a:r>
              <a:rPr dirty="0" spc="-130"/>
              <a:t>e</a:t>
            </a:r>
            <a:r>
              <a:rPr dirty="0" spc="-15"/>
              <a:t>v</a:t>
            </a:r>
            <a:r>
              <a:rPr dirty="0" spc="-130"/>
              <a:t>e</a:t>
            </a:r>
            <a:r>
              <a:rPr dirty="0" spc="-245"/>
              <a:t>l</a:t>
            </a:r>
            <a:r>
              <a:rPr dirty="0" spc="145"/>
              <a:t>o</a:t>
            </a:r>
            <a:r>
              <a:rPr dirty="0" spc="-50"/>
              <a:t>p</a:t>
            </a:r>
            <a:r>
              <a:rPr dirty="0" spc="5"/>
              <a:t>m</a:t>
            </a:r>
            <a:r>
              <a:rPr dirty="0" spc="-130"/>
              <a:t>e</a:t>
            </a:r>
            <a:r>
              <a:rPr dirty="0" spc="15"/>
              <a:t>n</a:t>
            </a:r>
            <a:r>
              <a:rPr dirty="0" spc="-105"/>
              <a:t>t</a:t>
            </a:r>
            <a:r>
              <a:rPr dirty="0" spc="-250"/>
              <a:t> </a:t>
            </a:r>
            <a:r>
              <a:rPr dirty="0" spc="-120"/>
              <a:t>t</a:t>
            </a:r>
            <a:r>
              <a:rPr dirty="0" spc="-130"/>
              <a:t>e</a:t>
            </a:r>
            <a:r>
              <a:rPr dirty="0" spc="-75"/>
              <a:t>a</a:t>
            </a:r>
            <a:r>
              <a:rPr dirty="0" spc="5"/>
              <a:t>m</a:t>
            </a:r>
            <a:r>
              <a:rPr dirty="0" spc="50"/>
              <a:t>s</a:t>
            </a:r>
            <a:r>
              <a:rPr dirty="0" spc="-250"/>
              <a:t> </a:t>
            </a:r>
            <a:r>
              <a:rPr dirty="0" spc="-75"/>
              <a:t>a</a:t>
            </a:r>
            <a:r>
              <a:rPr dirty="0" spc="-195"/>
              <a:t>c</a:t>
            </a:r>
            <a:r>
              <a:rPr dirty="0" spc="10"/>
              <a:t>h</a:t>
            </a:r>
            <a:r>
              <a:rPr dirty="0" spc="-210"/>
              <a:t>i</a:t>
            </a:r>
            <a:r>
              <a:rPr dirty="0" spc="-130"/>
              <a:t>e</a:t>
            </a:r>
            <a:r>
              <a:rPr dirty="0" spc="-15"/>
              <a:t>v</a:t>
            </a:r>
            <a:r>
              <a:rPr dirty="0" spc="-90"/>
              <a:t>e  </a:t>
            </a:r>
            <a:r>
              <a:rPr dirty="0" spc="-105"/>
              <a:t>t</a:t>
            </a:r>
            <a:r>
              <a:rPr dirty="0" spc="10"/>
              <a:t>h</a:t>
            </a:r>
            <a:r>
              <a:rPr dirty="0" spc="-130"/>
              <a:t>e</a:t>
            </a:r>
            <a:r>
              <a:rPr dirty="0" spc="-210"/>
              <a:t>i</a:t>
            </a:r>
            <a:r>
              <a:rPr dirty="0" spc="-175"/>
              <a:t>r</a:t>
            </a:r>
            <a:r>
              <a:rPr dirty="0" spc="-250"/>
              <a:t> </a:t>
            </a:r>
            <a:r>
              <a:rPr dirty="0" spc="135"/>
              <a:t>g</a:t>
            </a:r>
            <a:r>
              <a:rPr dirty="0" spc="145"/>
              <a:t>o</a:t>
            </a:r>
            <a:r>
              <a:rPr dirty="0" spc="-75"/>
              <a:t>a</a:t>
            </a:r>
            <a:r>
              <a:rPr dirty="0" spc="-245"/>
              <a:t>l</a:t>
            </a:r>
            <a:r>
              <a:rPr dirty="0" spc="50"/>
              <a:t>s</a:t>
            </a:r>
            <a:r>
              <a:rPr dirty="0" spc="-250"/>
              <a:t> </a:t>
            </a:r>
            <a:r>
              <a:rPr dirty="0" spc="5"/>
              <a:t>m</a:t>
            </a:r>
            <a:r>
              <a:rPr dirty="0" spc="145"/>
              <a:t>o</a:t>
            </a:r>
            <a:r>
              <a:rPr dirty="0" spc="-229"/>
              <a:t>r</a:t>
            </a:r>
            <a:r>
              <a:rPr dirty="0" spc="-130"/>
              <a:t>e</a:t>
            </a:r>
            <a:r>
              <a:rPr dirty="0" spc="-250"/>
              <a:t> </a:t>
            </a:r>
            <a:r>
              <a:rPr dirty="0" spc="-130"/>
              <a:t>e</a:t>
            </a:r>
            <a:r>
              <a:rPr dirty="0" spc="-100"/>
              <a:t>f</a:t>
            </a:r>
            <a:r>
              <a:rPr dirty="0" spc="85"/>
              <a:t>ﬁ</a:t>
            </a:r>
            <a:r>
              <a:rPr dirty="0" spc="-195"/>
              <a:t>c</a:t>
            </a:r>
            <a:r>
              <a:rPr dirty="0" spc="-210"/>
              <a:t>i</a:t>
            </a:r>
            <a:r>
              <a:rPr dirty="0" spc="-130"/>
              <a:t>e</a:t>
            </a:r>
            <a:r>
              <a:rPr dirty="0" spc="15"/>
              <a:t>n</a:t>
            </a:r>
            <a:r>
              <a:rPr dirty="0" spc="-105"/>
              <a:t>t</a:t>
            </a:r>
            <a:r>
              <a:rPr dirty="0" spc="-245"/>
              <a:t>l</a:t>
            </a:r>
            <a:r>
              <a:rPr dirty="0" spc="-75"/>
              <a:t>y</a:t>
            </a:r>
            <a:r>
              <a:rPr dirty="0" spc="-505"/>
              <a:t>.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621240" y="2218031"/>
            <a:ext cx="4357370" cy="108839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950" spc="-70">
                <a:latin typeface="SimSun"/>
                <a:cs typeface="SimSun"/>
              </a:rPr>
              <a:t>Conclusion</a:t>
            </a:r>
            <a:endParaRPr sz="6950">
              <a:latin typeface="SimSun"/>
              <a:cs typeface="SimSu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179471" y="3829781"/>
            <a:ext cx="3914775" cy="95250"/>
          </a:xfrm>
          <a:custGeom>
            <a:avLst/>
            <a:gdLst/>
            <a:ahLst/>
            <a:cxnLst/>
            <a:rect l="l" t="t" r="r" b="b"/>
            <a:pathLst>
              <a:path w="3914775" h="95250">
                <a:moveTo>
                  <a:pt x="3914774" y="95249"/>
                </a:moveTo>
                <a:lnTo>
                  <a:pt x="0" y="95249"/>
                </a:lnTo>
                <a:lnTo>
                  <a:pt x="0" y="0"/>
                </a:lnTo>
                <a:lnTo>
                  <a:pt x="3914774" y="0"/>
                </a:lnTo>
                <a:lnTo>
                  <a:pt x="3914774" y="95249"/>
                </a:lnTo>
                <a:close/>
              </a:path>
            </a:pathLst>
          </a:custGeom>
          <a:solidFill>
            <a:srgbClr val="6FB0D9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436850" y="2232500"/>
            <a:ext cx="7851775" cy="6448425"/>
            <a:chOff x="10436850" y="2232500"/>
            <a:chExt cx="7851775" cy="6448425"/>
          </a:xfrm>
        </p:grpSpPr>
        <p:sp>
          <p:nvSpPr>
            <p:cNvPr id="3" name="object 3"/>
            <p:cNvSpPr/>
            <p:nvPr/>
          </p:nvSpPr>
          <p:spPr>
            <a:xfrm>
              <a:off x="11207179" y="2232506"/>
              <a:ext cx="7080884" cy="6448425"/>
            </a:xfrm>
            <a:custGeom>
              <a:avLst/>
              <a:gdLst/>
              <a:ahLst/>
              <a:cxnLst/>
              <a:rect l="l" t="t" r="r" b="b"/>
              <a:pathLst>
                <a:path w="7080884" h="6448425">
                  <a:moveTo>
                    <a:pt x="2941370" y="3762451"/>
                  </a:moveTo>
                  <a:lnTo>
                    <a:pt x="1740814" y="2561894"/>
                  </a:lnTo>
                  <a:lnTo>
                    <a:pt x="0" y="4300207"/>
                  </a:lnTo>
                  <a:lnTo>
                    <a:pt x="1203058" y="5500763"/>
                  </a:lnTo>
                  <a:lnTo>
                    <a:pt x="2941370" y="3762451"/>
                  </a:lnTo>
                  <a:close/>
                </a:path>
                <a:path w="7080884" h="6448425">
                  <a:moveTo>
                    <a:pt x="7080821" y="1241767"/>
                  </a:moveTo>
                  <a:lnTo>
                    <a:pt x="5839523" y="0"/>
                  </a:lnTo>
                  <a:lnTo>
                    <a:pt x="2615311" y="3225457"/>
                  </a:lnTo>
                  <a:lnTo>
                    <a:pt x="5839523" y="6448425"/>
                  </a:lnTo>
                  <a:lnTo>
                    <a:pt x="7080821" y="5207622"/>
                  </a:lnTo>
                  <a:lnTo>
                    <a:pt x="7080821" y="1241767"/>
                  </a:lnTo>
                  <a:close/>
                </a:path>
              </a:pathLst>
            </a:custGeom>
            <a:solidFill>
              <a:srgbClr val="484B6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0436848" y="2914369"/>
              <a:ext cx="4759325" cy="4994275"/>
            </a:xfrm>
            <a:custGeom>
              <a:avLst/>
              <a:gdLst/>
              <a:ahLst/>
              <a:cxnLst/>
              <a:rect l="l" t="t" r="r" b="b"/>
              <a:pathLst>
                <a:path w="4759325" h="4994275">
                  <a:moveTo>
                    <a:pt x="2606192" y="1975078"/>
                  </a:moveTo>
                  <a:lnTo>
                    <a:pt x="1973389" y="1342275"/>
                  </a:lnTo>
                  <a:lnTo>
                    <a:pt x="235077" y="3080588"/>
                  </a:lnTo>
                  <a:lnTo>
                    <a:pt x="867879" y="3713391"/>
                  </a:lnTo>
                  <a:lnTo>
                    <a:pt x="2606192" y="1975078"/>
                  </a:lnTo>
                  <a:close/>
                </a:path>
                <a:path w="4759325" h="4994275">
                  <a:moveTo>
                    <a:pt x="2990850" y="192239"/>
                  </a:moveTo>
                  <a:lnTo>
                    <a:pt x="2798610" y="0"/>
                  </a:lnTo>
                  <a:lnTo>
                    <a:pt x="0" y="2796121"/>
                  </a:lnTo>
                  <a:lnTo>
                    <a:pt x="194729" y="2990850"/>
                  </a:lnTo>
                  <a:lnTo>
                    <a:pt x="2990850" y="192239"/>
                  </a:lnTo>
                  <a:close/>
                </a:path>
                <a:path w="4759325" h="4994275">
                  <a:moveTo>
                    <a:pt x="4187228" y="1592846"/>
                  </a:moveTo>
                  <a:lnTo>
                    <a:pt x="3300158" y="708266"/>
                  </a:lnTo>
                  <a:lnTo>
                    <a:pt x="2415578" y="1592846"/>
                  </a:lnTo>
                  <a:lnTo>
                    <a:pt x="3300158" y="2479916"/>
                  </a:lnTo>
                  <a:lnTo>
                    <a:pt x="4187228" y="1592846"/>
                  </a:lnTo>
                  <a:close/>
                </a:path>
                <a:path w="4759325" h="4994275">
                  <a:moveTo>
                    <a:pt x="4759096" y="4106608"/>
                  </a:moveTo>
                  <a:lnTo>
                    <a:pt x="3873271" y="3222028"/>
                  </a:lnTo>
                  <a:lnTo>
                    <a:pt x="2987446" y="4106608"/>
                  </a:lnTo>
                  <a:lnTo>
                    <a:pt x="3873271" y="4993678"/>
                  </a:lnTo>
                  <a:lnTo>
                    <a:pt x="4759096" y="4106608"/>
                  </a:lnTo>
                  <a:close/>
                </a:path>
              </a:pathLst>
            </a:custGeom>
            <a:solidFill>
              <a:srgbClr val="6FB0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05985" y="2092086"/>
            <a:ext cx="5671185" cy="18891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200" spc="80">
                <a:latin typeface="Georgia"/>
                <a:cs typeface="Georgia"/>
              </a:rPr>
              <a:t>Thanks!</a:t>
            </a:r>
            <a:endParaRPr sz="122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22864" y="4524631"/>
            <a:ext cx="3883660" cy="2760345"/>
          </a:xfrm>
          <a:prstGeom prst="rect">
            <a:avLst/>
          </a:prstGeom>
        </p:spPr>
        <p:txBody>
          <a:bodyPr wrap="square" lIns="0" tIns="142875" rIns="0" bIns="0" rtlCol="0" vert="horz">
            <a:spAutoFit/>
          </a:bodyPr>
          <a:lstStyle/>
          <a:p>
            <a:pPr algn="ctr" marL="12065" marR="5080">
              <a:lnSpc>
                <a:spcPct val="83700"/>
              </a:lnSpc>
              <a:spcBef>
                <a:spcPts val="1125"/>
              </a:spcBef>
            </a:pPr>
            <a:r>
              <a:rPr dirty="0" sz="5100" spc="10">
                <a:solidFill>
                  <a:srgbClr val="FFFFFF"/>
                </a:solidFill>
                <a:latin typeface="Georgia"/>
                <a:cs typeface="Georgia"/>
              </a:rPr>
              <a:t>Kirtan </a:t>
            </a:r>
            <a:r>
              <a:rPr dirty="0" sz="5100" spc="-90">
                <a:solidFill>
                  <a:srgbClr val="FFFFFF"/>
                </a:solidFill>
                <a:latin typeface="Georgia"/>
                <a:cs typeface="Georgia"/>
              </a:rPr>
              <a:t>Nahar </a:t>
            </a:r>
            <a:r>
              <a:rPr dirty="0" sz="5100" spc="-122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5100" spc="-150">
                <a:solidFill>
                  <a:srgbClr val="FFFFFF"/>
                </a:solidFill>
                <a:latin typeface="Georgia"/>
                <a:cs typeface="Georgia"/>
              </a:rPr>
              <a:t>Nimit</a:t>
            </a:r>
            <a:r>
              <a:rPr dirty="0" sz="5100" spc="-13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5100" spc="-20">
                <a:solidFill>
                  <a:srgbClr val="FFFFFF"/>
                </a:solidFill>
                <a:latin typeface="Georgia"/>
                <a:cs typeface="Georgia"/>
              </a:rPr>
              <a:t>Garg </a:t>
            </a:r>
            <a:r>
              <a:rPr dirty="0" sz="5100" spc="-1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5100" spc="50">
                <a:solidFill>
                  <a:srgbClr val="FFFFFF"/>
                </a:solidFill>
                <a:latin typeface="Georgia"/>
                <a:cs typeface="Georgia"/>
              </a:rPr>
              <a:t>Akshay</a:t>
            </a:r>
            <a:r>
              <a:rPr dirty="0" sz="5100" spc="-19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5100" spc="-204">
                <a:solidFill>
                  <a:srgbClr val="FFFFFF"/>
                </a:solidFill>
                <a:latin typeface="Georgia"/>
                <a:cs typeface="Georgia"/>
              </a:rPr>
              <a:t>Mann </a:t>
            </a:r>
            <a:r>
              <a:rPr dirty="0" sz="5100" spc="-121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5100" spc="-60">
                <a:solidFill>
                  <a:srgbClr val="FFFFFF"/>
                </a:solidFill>
                <a:latin typeface="Georgia"/>
                <a:cs typeface="Georgia"/>
              </a:rPr>
              <a:t>Hardik</a:t>
            </a:r>
            <a:r>
              <a:rPr dirty="0" sz="5100" spc="-13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5100" spc="-175">
                <a:solidFill>
                  <a:srgbClr val="FFFFFF"/>
                </a:solidFill>
                <a:latin typeface="Georgia"/>
                <a:cs typeface="Georgia"/>
              </a:rPr>
              <a:t>Jain</a:t>
            </a:r>
            <a:endParaRPr sz="51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47157" y="4301204"/>
            <a:ext cx="6067425" cy="95250"/>
          </a:xfrm>
          <a:custGeom>
            <a:avLst/>
            <a:gdLst/>
            <a:ahLst/>
            <a:cxnLst/>
            <a:rect l="l" t="t" r="r" b="b"/>
            <a:pathLst>
              <a:path w="6067425" h="95250">
                <a:moveTo>
                  <a:pt x="6067424" y="95249"/>
                </a:moveTo>
                <a:lnTo>
                  <a:pt x="0" y="95249"/>
                </a:lnTo>
                <a:lnTo>
                  <a:pt x="0" y="0"/>
                </a:lnTo>
                <a:lnTo>
                  <a:pt x="6067424" y="0"/>
                </a:lnTo>
                <a:lnTo>
                  <a:pt x="6067424" y="95249"/>
                </a:lnTo>
                <a:close/>
              </a:path>
            </a:pathLst>
          </a:custGeom>
          <a:solidFill>
            <a:srgbClr val="6FB0D9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2023-11-30T05:28:55Z</dcterms:created>
  <dcterms:modified xsi:type="dcterms:W3CDTF">2023-11-30T05:28:55Z</dcterms:modified>
</cp:coreProperties>
</file>